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8"/>
  </p:notesMasterIdLst>
  <p:sldIdLst>
    <p:sldId id="769" r:id="rId2"/>
    <p:sldId id="770" r:id="rId3"/>
    <p:sldId id="771" r:id="rId4"/>
    <p:sldId id="784" r:id="rId5"/>
    <p:sldId id="772" r:id="rId6"/>
    <p:sldId id="773" r:id="rId7"/>
    <p:sldId id="774" r:id="rId8"/>
    <p:sldId id="775" r:id="rId9"/>
    <p:sldId id="776" r:id="rId10"/>
    <p:sldId id="777" r:id="rId11"/>
    <p:sldId id="778" r:id="rId12"/>
    <p:sldId id="779" r:id="rId13"/>
    <p:sldId id="780" r:id="rId14"/>
    <p:sldId id="781" r:id="rId15"/>
    <p:sldId id="782" r:id="rId16"/>
    <p:sldId id="783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EEF5"/>
    <a:srgbClr val="FBE0D1"/>
    <a:srgbClr val="800000"/>
    <a:srgbClr val="00E4A8"/>
    <a:srgbClr val="FFCCCC"/>
    <a:srgbClr val="FF6B08"/>
    <a:srgbClr val="FFC000"/>
    <a:srgbClr val="A04141"/>
    <a:srgbClr val="A3A3E0"/>
    <a:srgbClr val="5454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439" autoAdjust="0"/>
  </p:normalViewPr>
  <p:slideViewPr>
    <p:cSldViewPr snapToGrid="0">
      <p:cViewPr varScale="1">
        <p:scale>
          <a:sx n="62" d="100"/>
          <a:sy n="62" d="100"/>
        </p:scale>
        <p:origin x="1424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18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857D1-FC0F-4FEF-BD1C-3F19BFFCF70A}" type="datetimeFigureOut">
              <a:rPr lang="zh-CN" altLang="en-US" smtClean="0"/>
              <a:t>2019-06-02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BB649-6269-4EF7-8145-34953C605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89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1274EB9-A46A-40F1-BE7F-CA5787881F75}" type="slidenum">
              <a:rPr kumimoji="0" lang="zh-CN" altLang="en-US" sz="1200"/>
              <a:pPr/>
              <a:t>1</a:t>
            </a:fld>
            <a:endParaRPr kumimoji="0" lang="en-US" altLang="zh-CN" sz="1200"/>
          </a:p>
        </p:txBody>
      </p:sp>
      <p:sp>
        <p:nvSpPr>
          <p:cNvPr id="1012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2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889338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616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929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668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552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/>
          <p:cNvSpPr>
            <a:spLocks noChangeArrowheads="1"/>
          </p:cNvSpPr>
          <p:nvPr/>
        </p:nvSpPr>
        <p:spPr bwMode="auto">
          <a:xfrm flipV="1">
            <a:off x="990600" y="3138489"/>
            <a:ext cx="7772400" cy="6523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1980" name="Rectangle 12"/>
          <p:cNvSpPr>
            <a:spLocks noGrp="1" noChangeArrowheads="1"/>
          </p:cNvSpPr>
          <p:nvPr userDrawn="1"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11981" name="Rectangle 13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 userDrawn="1"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  <a:ea typeface="宋体" panose="02010600030101010101" pitchFamily="2" charset="-122"/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 userDrawn="1"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  <a:ea typeface="宋体" panose="02010600030101010101" pitchFamily="2" charset="-122"/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 userDrawn="1"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308B671-8216-4EF9-8434-627A322CDE0C}" type="slidenum">
              <a:rPr lang="zh-CN" altLang="en-US" smtClean="0">
                <a:solidFill>
                  <a:srgbClr val="1C1C1C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1C1C1C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0522413"/>
      </p:ext>
    </p:extLst>
  </p:cSld>
  <p:clrMapOvr>
    <a:masterClrMapping/>
  </p:clrMapOvr>
  <p:transition spd="slow">
    <p:zoom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9" y="1052736"/>
            <a:ext cx="7772400" cy="4896544"/>
          </a:xfrm>
        </p:spPr>
        <p:txBody>
          <a:bodyPr/>
          <a:lstStyle>
            <a:lvl1pPr marL="342900" indent="-342900">
              <a:spcAft>
                <a:spcPts val="600"/>
              </a:spcAft>
              <a:buFont typeface="Wingdings" panose="05000000000000000000" pitchFamily="2" charset="2"/>
              <a:buChar char="l"/>
              <a:defRPr sz="2600" b="0">
                <a:latin typeface="+mj-ea"/>
                <a:ea typeface="+mj-ea"/>
              </a:defRPr>
            </a:lvl1pPr>
            <a:lvl2pPr marL="742950" indent="-285750">
              <a:spcAft>
                <a:spcPts val="600"/>
              </a:spcAft>
              <a:buFont typeface="Wingdings" panose="05000000000000000000" pitchFamily="2" charset="2"/>
              <a:buChar char="l"/>
              <a:defRPr sz="2200" b="0">
                <a:latin typeface="+mj-ea"/>
                <a:ea typeface="+mj-ea"/>
              </a:defRPr>
            </a:lvl2pPr>
            <a:lvl3pPr marL="11430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4pPr>
            <a:lvl5pPr marL="20574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5A8AE2-8E0B-4055-AC24-FD4D1192EF7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Rectangle 8"/>
          <p:cNvSpPr>
            <a:spLocks noChangeArrowheads="1"/>
          </p:cNvSpPr>
          <p:nvPr userDrawn="1"/>
        </p:nvSpPr>
        <p:spPr bwMode="gray">
          <a:xfrm flipV="1">
            <a:off x="0" y="758378"/>
            <a:ext cx="9144000" cy="606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2128234"/>
      </p:ext>
    </p:extLst>
  </p:cSld>
  <p:clrMapOvr>
    <a:masterClrMapping/>
  </p:clrMapOvr>
  <p:transition spd="slow">
    <p:zoom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8" y="457200"/>
            <a:ext cx="8543041" cy="5492080"/>
          </a:xfrm>
        </p:spPr>
        <p:txBody>
          <a:bodyPr/>
          <a:lstStyle>
            <a:lvl1pPr marL="342900" indent="-342900">
              <a:spcAft>
                <a:spcPts val="600"/>
              </a:spcAft>
              <a:buFont typeface="Wingdings" panose="05000000000000000000" pitchFamily="2" charset="2"/>
              <a:buChar char="l"/>
              <a:defRPr sz="2600" b="0">
                <a:latin typeface="+mj-ea"/>
                <a:ea typeface="+mj-ea"/>
              </a:defRPr>
            </a:lvl1pPr>
            <a:lvl2pPr marL="742950" indent="-285750">
              <a:spcAft>
                <a:spcPts val="600"/>
              </a:spcAft>
              <a:buFont typeface="Wingdings" panose="05000000000000000000" pitchFamily="2" charset="2"/>
              <a:buChar char="l"/>
              <a:defRPr sz="2200" b="0">
                <a:latin typeface="+mj-ea"/>
                <a:ea typeface="+mj-ea"/>
              </a:defRPr>
            </a:lvl2pPr>
            <a:lvl3pPr marL="11430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4pPr>
            <a:lvl5pPr marL="20574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5A8AE2-8E0B-4055-AC24-FD4D1192EF7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5944369"/>
      </p:ext>
    </p:extLst>
  </p:cSld>
  <p:clrMapOvr>
    <a:masterClrMapping/>
  </p:clrMapOvr>
  <p:transition spd="slow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8769C75-8878-4114-8CBA-F72D9DCAF88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383473" y="141041"/>
            <a:ext cx="7793037" cy="623665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8" name="Rectangle 8"/>
          <p:cNvSpPr>
            <a:spLocks noChangeArrowheads="1"/>
          </p:cNvSpPr>
          <p:nvPr userDrawn="1"/>
        </p:nvSpPr>
        <p:spPr bwMode="gray">
          <a:xfrm flipV="1">
            <a:off x="0" y="758378"/>
            <a:ext cx="9144000" cy="606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839822"/>
      </p:ext>
    </p:extLst>
  </p:cSld>
  <p:clrMapOvr>
    <a:masterClrMapping/>
  </p:clrMapOvr>
  <p:transition spd="slow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66DCC75-E80A-41B7-988C-A11F796BC35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2795952"/>
      </p:ext>
    </p:extLst>
  </p:cSld>
  <p:clrMapOvr>
    <a:masterClrMapping/>
  </p:clrMapOvr>
  <p:transition spd="slow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3472" y="1052736"/>
            <a:ext cx="3960000" cy="4824536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l"/>
              <a:defRPr sz="2600" b="0">
                <a:latin typeface="+mj-ea"/>
                <a:ea typeface="+mj-ea"/>
              </a:defRPr>
            </a:lvl1pPr>
            <a:lvl2pPr marL="742950" indent="-285750">
              <a:buFont typeface="Wingdings" panose="05000000000000000000" pitchFamily="2" charset="2"/>
              <a:buChar char="l"/>
              <a:defRPr sz="2200" b="0">
                <a:latin typeface="+mj-ea"/>
                <a:ea typeface="+mj-ea"/>
              </a:defRPr>
            </a:lvl2pPr>
            <a:lvl3pPr marL="1143000" indent="-228600"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4pPr>
            <a:lvl5pPr marL="2057400" indent="-228600"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8025" y="1055758"/>
            <a:ext cx="3960440" cy="4821514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l"/>
              <a:defRPr sz="2600" b="0">
                <a:latin typeface="+mj-ea"/>
                <a:ea typeface="+mj-ea"/>
              </a:defRPr>
            </a:lvl1pPr>
            <a:lvl2pPr marL="742950" indent="-285750">
              <a:buFont typeface="Wingdings" panose="05000000000000000000" pitchFamily="2" charset="2"/>
              <a:buChar char="l"/>
              <a:defRPr sz="2200" b="0">
                <a:latin typeface="+mj-ea"/>
                <a:ea typeface="+mj-ea"/>
              </a:defRPr>
            </a:lvl2pPr>
            <a:lvl3pPr marL="1143000" indent="-228600"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4pPr>
            <a:lvl5pPr marL="2057400" indent="-228600"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72C5FA0-9562-4180-BE77-AA42E81C45F5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383473" y="141041"/>
            <a:ext cx="7793037" cy="623665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1" name="Rectangle 8"/>
          <p:cNvSpPr>
            <a:spLocks noChangeArrowheads="1"/>
          </p:cNvSpPr>
          <p:nvPr userDrawn="1"/>
        </p:nvSpPr>
        <p:spPr bwMode="gray">
          <a:xfrm flipV="1">
            <a:off x="0" y="758378"/>
            <a:ext cx="9144000" cy="606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346214"/>
      </p:ext>
    </p:extLst>
  </p:cSld>
  <p:clrMapOvr>
    <a:masterClrMapping/>
  </p:clrMapOvr>
  <p:transition spd="slow"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83473" y="141041"/>
            <a:ext cx="7793037" cy="62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单击此处编辑母版标题样式</a:t>
            </a:r>
          </a:p>
        </p:txBody>
      </p:sp>
      <p:sp>
        <p:nvSpPr>
          <p:cNvPr id="12493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3472" y="1052736"/>
            <a:ext cx="77724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2109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latin typeface="Tahoma" panose="020B060403050404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612A3A-8E49-4F2E-A26F-49B27473F1B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6863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9" r:id="rId3"/>
    <p:sldLayoutId id="2147483665" r:id="rId4"/>
    <p:sldLayoutId id="2147483666" r:id="rId5"/>
    <p:sldLayoutId id="2147483667" r:id="rId6"/>
  </p:sldLayoutIdLst>
  <p:transition spd="slow">
    <p:zoom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20000"/>
        </a:spcBef>
        <a:spcAft>
          <a:spcPct val="5000"/>
        </a:spcAft>
        <a:buClr>
          <a:schemeClr val="folHlink"/>
        </a:buClr>
        <a:buSzPct val="60000"/>
        <a:buFont typeface="Wingdings" panose="05000000000000000000" pitchFamily="2" charset="2"/>
        <a:buChar char="l"/>
        <a:defRPr sz="2800" b="0">
          <a:solidFill>
            <a:schemeClr val="tx2"/>
          </a:solidFill>
          <a:latin typeface="+mj-ea"/>
          <a:ea typeface="+mj-ea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ct val="20000"/>
        </a:spcBef>
        <a:spcAft>
          <a:spcPct val="5000"/>
        </a:spcAft>
        <a:buClr>
          <a:schemeClr val="hlink"/>
        </a:buClr>
        <a:buSzPct val="55000"/>
        <a:buFont typeface="Wingdings" panose="05000000000000000000" pitchFamily="2" charset="2"/>
        <a:buChar char="l"/>
        <a:defRPr sz="2400" b="0">
          <a:solidFill>
            <a:schemeClr val="tx1"/>
          </a:solidFill>
          <a:latin typeface="+mj-ea"/>
          <a:ea typeface="+mj-ea"/>
        </a:defRPr>
      </a:lvl2pPr>
      <a:lvl3pPr marL="1143000" indent="-228600" algn="l" rtl="0" eaLnBrk="0" fontAlgn="base" hangingPunct="0">
        <a:lnSpc>
          <a:spcPct val="110000"/>
        </a:lnSpc>
        <a:spcBef>
          <a:spcPct val="20000"/>
        </a:spcBef>
        <a:spcAft>
          <a:spcPct val="5000"/>
        </a:spcAft>
        <a:buClr>
          <a:schemeClr val="folHlink"/>
        </a:buClr>
        <a:buSzPct val="50000"/>
        <a:buFont typeface="Wingdings" panose="05000000000000000000" pitchFamily="2" charset="2"/>
        <a:buChar char="l"/>
        <a:defRPr sz="2000" b="0">
          <a:solidFill>
            <a:schemeClr val="tx1"/>
          </a:solidFill>
          <a:latin typeface="+mj-ea"/>
          <a:ea typeface="+mj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sz="2000" b="0">
          <a:solidFill>
            <a:schemeClr val="tx1"/>
          </a:solidFill>
          <a:latin typeface="+mj-ea"/>
          <a:ea typeface="+mj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l"/>
        <a:defRPr sz="2000" b="0">
          <a:solidFill>
            <a:schemeClr val="tx1"/>
          </a:solidFill>
          <a:latin typeface="+mj-ea"/>
          <a:ea typeface="+mj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3D1848C-B488-47E6-ADD5-6DB9AC70D883}" type="slidenum">
              <a:rPr kumimoji="0" lang="zh-CN" altLang="en-US" sz="1400">
                <a:solidFill>
                  <a:schemeClr val="bg2"/>
                </a:solidFill>
                <a:latin typeface="Tahoma" panose="020B0604030504040204" pitchFamily="34" charset="0"/>
              </a:rPr>
              <a:pPr/>
              <a:t>1</a:t>
            </a:fld>
            <a:endParaRPr kumimoji="0" lang="en-US" altLang="zh-CN" sz="1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9626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476375" y="1196975"/>
            <a:ext cx="6264275" cy="2016125"/>
          </a:xfrm>
          <a:noFill/>
        </p:spPr>
        <p:txBody>
          <a:bodyPr lIns="92075" tIns="46038" rIns="92075" bIns="46038"/>
          <a:lstStyle/>
          <a:p>
            <a:pPr algn="ctr" eaLnBrk="1" hangingPunct="1">
              <a:lnSpc>
                <a:spcPct val="120000"/>
              </a:lnSpc>
              <a:spcBef>
                <a:spcPct val="20000"/>
              </a:spcBef>
              <a:spcAft>
                <a:spcPct val="30000"/>
              </a:spcAft>
            </a:pPr>
            <a:r>
              <a:rPr lang="en-US" altLang="zh-CN" sz="4400" b="1" dirty="0" smtClean="0">
                <a:latin typeface="+mj-ea"/>
              </a:rPr>
              <a:t>I/O</a:t>
            </a:r>
            <a:r>
              <a:rPr lang="zh-CN" altLang="en-US" sz="4400" b="1" dirty="0" smtClean="0">
                <a:latin typeface="+mj-ea"/>
              </a:rPr>
              <a:t>接口系统综合设计示例详解</a:t>
            </a:r>
            <a:endParaRPr lang="zh-CN" altLang="zh-CN" sz="6600" dirty="0" smtClean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81018732"/>
      </p:ext>
    </p:extLst>
  </p:cSld>
  <p:clrMapOvr>
    <a:masterClrMapping/>
  </p:clrMapOvr>
  <p:transition spd="slow"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示例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9" y="1052736"/>
            <a:ext cx="7772400" cy="18709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设某</a:t>
            </a:r>
            <a:r>
              <a:rPr lang="en-US" altLang="zh-CN" sz="2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的端口地址范围为</a:t>
            </a:r>
            <a:r>
              <a:rPr lang="en-US" altLang="zh-CN" sz="2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FFE8H~FFEBH</a:t>
            </a:r>
            <a:r>
              <a:rPr lang="zh-CN" altLang="en-US" sz="2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，输入该芯片的时钟频率为</a:t>
            </a:r>
            <a:r>
              <a:rPr lang="en-US" altLang="zh-CN" sz="2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2MHz</a:t>
            </a:r>
            <a:r>
              <a:rPr lang="zh-CN" altLang="en-US" sz="2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。设计芯片与系统的连线图，并编写初始化程序实现在</a:t>
            </a:r>
            <a:r>
              <a:rPr lang="en-US" altLang="zh-CN" sz="2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OUT1</a:t>
            </a:r>
            <a:r>
              <a:rPr lang="zh-CN" altLang="en-US" sz="2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产生周期为</a:t>
            </a:r>
            <a:r>
              <a:rPr lang="en-US" altLang="zh-CN" sz="2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1s</a:t>
            </a:r>
            <a:r>
              <a:rPr lang="zh-CN" altLang="en-US" sz="2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的连续方波。</a:t>
            </a:r>
            <a:endParaRPr lang="en-US" altLang="zh-CN" sz="2200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5A8AE2-8E0B-4055-AC24-FD4D1192EF7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4606177"/>
      </p:ext>
    </p:extLst>
  </p:cSld>
  <p:clrMapOvr>
    <a:masterClrMapping/>
  </p:clrMapOvr>
  <p:transition spd="slow"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5A8AE2-8E0B-4055-AC24-FD4D1192EF7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05" y="1386372"/>
            <a:ext cx="8661845" cy="389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10150"/>
      </p:ext>
    </p:extLst>
  </p:cSld>
  <p:clrMapOvr>
    <a:masterClrMapping/>
  </p:clrMapOvr>
  <p:transition spd="slow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66DCC75-E80A-41B7-988C-A11F796BC35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7063"/>
            <a:ext cx="9150182" cy="412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686"/>
      </p:ext>
    </p:extLst>
  </p:cSld>
  <p:clrMapOvr>
    <a:masterClrMapping/>
  </p:clrMapOvr>
  <p:transition spd="slow"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8253</a:t>
            </a:r>
            <a:r>
              <a:rPr lang="zh-CN" altLang="en-US" dirty="0" smtClean="0"/>
              <a:t>初始化编程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5A8AE2-8E0B-4055-AC24-FD4D1192EF7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06116" y="1202387"/>
            <a:ext cx="3080084" cy="4603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;CNT0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200" dirty="0" smtClean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2200" dirty="0" smtClean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DX</a:t>
            </a:r>
            <a:r>
              <a:rPr lang="en-US" altLang="zh-CN" sz="22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0FFEBH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200" dirty="0" smtClean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2200" dirty="0" smtClean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22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36H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200" dirty="0" smtClean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OUT</a:t>
            </a:r>
            <a:r>
              <a:rPr lang="en-US" altLang="zh-CN" sz="2200" dirty="0" smtClean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DX</a:t>
            </a:r>
            <a:r>
              <a:rPr lang="en-US" altLang="zh-CN" sz="22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200" dirty="0" smtClean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2200" dirty="0" smtClean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DX</a:t>
            </a:r>
            <a:r>
              <a:rPr lang="en-US" altLang="zh-CN" sz="22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0FFE8H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200" dirty="0" smtClean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2200" dirty="0" smtClean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AX</a:t>
            </a:r>
            <a:r>
              <a:rPr lang="en-US" altLang="zh-CN" sz="22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2000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200" dirty="0" smtClean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OUT</a:t>
            </a:r>
            <a:r>
              <a:rPr lang="en-US" altLang="zh-CN" sz="2200" dirty="0" smtClean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DX</a:t>
            </a:r>
            <a:r>
              <a:rPr lang="en-US" altLang="zh-CN" sz="22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200" dirty="0" smtClean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2200" dirty="0" smtClean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22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AH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200" dirty="0" smtClean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OUT</a:t>
            </a:r>
            <a:r>
              <a:rPr lang="en-US" altLang="zh-CN" sz="2200" dirty="0" smtClean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DX</a:t>
            </a:r>
            <a:r>
              <a:rPr lang="en-US" altLang="zh-CN" sz="22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 smtClean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endParaRPr lang="en-US" altLang="zh-CN" sz="2200" dirty="0">
              <a:effectLst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540208" y="1172764"/>
            <a:ext cx="3306679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 smtClean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en-US" altLang="zh-CN" sz="22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CNT1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200" dirty="0" smtClean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2200" dirty="0" smtClean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DX</a:t>
            </a:r>
            <a:r>
              <a:rPr lang="en-US" altLang="zh-CN" sz="22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0FFEBH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200" dirty="0" smtClean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2200" dirty="0" smtClean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22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76H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200" dirty="0" smtClean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OUT</a:t>
            </a:r>
            <a:r>
              <a:rPr lang="en-US" altLang="zh-CN" sz="2200" dirty="0" smtClean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DX</a:t>
            </a:r>
            <a:r>
              <a:rPr lang="en-US" altLang="zh-CN" sz="22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200" dirty="0" smtClean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2200" dirty="0" smtClean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DX</a:t>
            </a:r>
            <a:r>
              <a:rPr lang="en-US" altLang="zh-CN" sz="22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0FFE9H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200" dirty="0" smtClean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2200" dirty="0" smtClean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AX</a:t>
            </a:r>
            <a:r>
              <a:rPr lang="en-US" altLang="zh-CN" sz="22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1000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200" dirty="0" smtClean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OUT</a:t>
            </a:r>
            <a:r>
              <a:rPr lang="en-US" altLang="zh-CN" sz="2200" dirty="0" smtClean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DX</a:t>
            </a:r>
            <a:r>
              <a:rPr lang="en-US" altLang="zh-CN" sz="22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200" dirty="0" smtClean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2200" dirty="0" smtClean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22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AH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200" dirty="0" smtClean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OUT</a:t>
            </a:r>
            <a:r>
              <a:rPr lang="en-US" altLang="zh-CN" sz="2200" dirty="0" smtClean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DX</a:t>
            </a:r>
            <a:r>
              <a:rPr lang="en-US" altLang="zh-CN" sz="22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endParaRPr lang="en-US" altLang="zh-CN" sz="2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28343154"/>
      </p:ext>
    </p:extLst>
  </p:cSld>
  <p:clrMapOvr>
    <a:masterClrMapping/>
  </p:clrMapOvr>
  <p:transition spd="slow"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示例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通过三态门循环检测</a:t>
            </a:r>
            <a:r>
              <a:rPr lang="en-US" altLang="zh-CN" sz="2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OUT0</a:t>
            </a: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端的状态</a:t>
            </a:r>
            <a:endParaRPr lang="en-US" altLang="zh-CN" sz="22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zh-CN" altLang="en-US" sz="1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为低电平，则等待</a:t>
            </a:r>
            <a:endParaRPr lang="en-US" altLang="zh-CN" sz="18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zh-CN" altLang="en-US" sz="1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为高电平，则读取波段开关的当前位置，并且将开关的当前位置状态用七段数码管显示出来。</a:t>
            </a:r>
            <a:endParaRPr lang="en-US" altLang="zh-CN" sz="18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有任意键按下时，工作结束</a:t>
            </a:r>
            <a:endParaRPr lang="zh-CN" alt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5A8AE2-8E0B-4055-AC24-FD4D1192EF7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3788165"/>
      </p:ext>
    </p:extLst>
  </p:cSld>
  <p:clrMapOvr>
    <a:masterClrMapping/>
  </p:clrMapOvr>
  <p:transition spd="slow"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5A8AE2-8E0B-4055-AC24-FD4D1192EF7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361" y="36095"/>
            <a:ext cx="7160459" cy="677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891712"/>
      </p:ext>
    </p:extLst>
  </p:cSld>
  <p:clrMapOvr>
    <a:masterClrMapping/>
  </p:clrMapOvr>
  <p:transition spd="slow"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66DCC75-E80A-41B7-988C-A11F796BC35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" y="673768"/>
            <a:ext cx="9137159" cy="477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952442"/>
      </p:ext>
    </p:extLst>
  </p:cSld>
  <p:clrMapOvr>
    <a:masterClrMapping/>
  </p:clrMapOvr>
  <p:transition spd="slow"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66DCC75-E80A-41B7-988C-A11F796BC35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3600"/>
            <a:ext cx="9144000" cy="500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465679"/>
      </p:ext>
    </p:extLst>
  </p:cSld>
  <p:clrMapOvr>
    <a:masterClrMapping/>
  </p:clrMapOvr>
  <p:transition spd="slow"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66DCC75-E80A-41B7-988C-A11F796BC35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2917"/>
            <a:ext cx="9144000" cy="564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188140"/>
      </p:ext>
    </p:extLst>
  </p:cSld>
  <p:clrMapOvr>
    <a:masterClrMapping/>
  </p:clrMapOvr>
  <p:transition spd="slow"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66DCC75-E80A-41B7-988C-A11F796BC35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83" y="733928"/>
            <a:ext cx="9148083" cy="506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82278"/>
      </p:ext>
    </p:extLst>
  </p:cSld>
  <p:clrMapOvr>
    <a:masterClrMapping/>
  </p:clrMapOvr>
  <p:transition spd="slow"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示例</a:t>
            </a:r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66DCC75-E80A-41B7-988C-A11F796BC35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9707"/>
            <a:ext cx="9129910" cy="467318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 flipH="1">
            <a:off x="2193936" y="6102906"/>
            <a:ext cx="4742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假设</a:t>
            </a:r>
            <a:r>
              <a:rPr lang="en-US" altLang="zh-CN" dirty="0" smtClean="0"/>
              <a:t>8255</a:t>
            </a:r>
            <a:r>
              <a:rPr lang="zh-CN" altLang="en-US" dirty="0" smtClean="0"/>
              <a:t>的端口地址范围为：</a:t>
            </a:r>
            <a:r>
              <a:rPr lang="en-US" altLang="zh-CN" dirty="0" smtClean="0">
                <a:solidFill>
                  <a:srgbClr val="FF0000"/>
                </a:solidFill>
              </a:rPr>
              <a:t>3A0H~3A3H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541774"/>
      </p:ext>
    </p:extLst>
  </p:cSld>
  <p:clrMapOvr>
    <a:masterClrMapping/>
  </p:clrMapOvr>
  <p:transition spd="slow"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5A8AE2-8E0B-4055-AC24-FD4D1192EF7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7498"/>
            <a:ext cx="9144000" cy="536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104640"/>
      </p:ext>
    </p:extLst>
  </p:cSld>
  <p:clrMapOvr>
    <a:masterClrMapping/>
  </p:clrMapOvr>
  <p:transition spd="slow"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66DCC75-E80A-41B7-988C-A11F796BC35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1040"/>
            <a:ext cx="9144000" cy="429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42946"/>
      </p:ext>
    </p:extLst>
  </p:cSld>
  <p:clrMapOvr>
    <a:masterClrMapping/>
  </p:clrMapOvr>
  <p:transition spd="slow"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66DCC75-E80A-41B7-988C-A11F796BC35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" y="431800"/>
            <a:ext cx="9134262" cy="558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25284"/>
      </p:ext>
    </p:extLst>
  </p:cSld>
  <p:clrMapOvr>
    <a:masterClrMapping/>
  </p:clrMapOvr>
  <p:transition spd="slow"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66DCC75-E80A-41B7-988C-A11F796BC35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0324"/>
            <a:ext cx="9144000" cy="51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29431"/>
      </p:ext>
    </p:extLst>
  </p:cSld>
  <p:clrMapOvr>
    <a:masterClrMapping/>
  </p:clrMapOvr>
  <p:transition spd="slow">
    <p:zoom/>
  </p:transition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t3zu5psa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15217</TotalTime>
  <Words>205</Words>
  <Application>Microsoft Office PowerPoint</Application>
  <PresentationFormat>全屏显示(4:3)</PresentationFormat>
  <Paragraphs>50</Paragraphs>
  <Slides>16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等线</vt:lpstr>
      <vt:lpstr>黑体</vt:lpstr>
      <vt:lpstr>隶书</vt:lpstr>
      <vt:lpstr>宋体</vt:lpstr>
      <vt:lpstr>Microsoft YaHei</vt:lpstr>
      <vt:lpstr>Microsoft YaHei</vt:lpstr>
      <vt:lpstr>Arial</vt:lpstr>
      <vt:lpstr>DejaVu Sans Mono</vt:lpstr>
      <vt:lpstr>Tahoma</vt:lpstr>
      <vt:lpstr>Times New Roman</vt:lpstr>
      <vt:lpstr>Wingdings</vt:lpstr>
      <vt:lpstr>Blends</vt:lpstr>
      <vt:lpstr>I/O接口系统综合设计示例详解</vt:lpstr>
      <vt:lpstr>示例1</vt:lpstr>
      <vt:lpstr>PowerPoint 演示文稿</vt:lpstr>
      <vt:lpstr>PowerPoint 演示文稿</vt:lpstr>
      <vt:lpstr>8253初始化编程</vt:lpstr>
      <vt:lpstr>示例2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示例3</vt:lpstr>
      <vt:lpstr>PowerPoint 演示文稿</vt:lpstr>
      <vt:lpstr>PowerPoint 演示文稿</vt:lpstr>
      <vt:lpstr>PowerPoint 演示文稿</vt:lpstr>
      <vt:lpstr>PowerPoint 演示文稿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微机原理及应用</dc:title>
  <dc:creator>han jihui</dc:creator>
  <cp:lastModifiedBy>han jihui</cp:lastModifiedBy>
  <cp:revision>918</cp:revision>
  <dcterms:created xsi:type="dcterms:W3CDTF">2018-08-29T00:41:07Z</dcterms:created>
  <dcterms:modified xsi:type="dcterms:W3CDTF">2019-06-02T23:34:30Z</dcterms:modified>
</cp:coreProperties>
</file>