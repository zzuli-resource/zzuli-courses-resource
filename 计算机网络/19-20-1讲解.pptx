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98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49:22.5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 1217,'0'35,"0"18,0 18,0 17,0-17,-18 17,1 53,-1-71,18 1,-18 0,18-36,-17 0,17 0,0-17,0 0,0-1</inkml:trace>
  <inkml:trace contextRef="#ctx0" brushRef="#br0" timeOffset="653.2579">1817 1094,'35'0,"36"0,-1 35,36 18,-18-18,18 0,0 18,-71-35,18 17,-35 0,-1-17,-17 0,0 17,0 0,0-17,-35 17,0 0,-18 1,18-1,-18-17,0 17,-18 0,18-17,0 0,36-1,-1 1,0-18,1 0,-1-18,1-17</inkml:trace>
  <inkml:trace contextRef="#ctx0" brushRef="#br0" timeOffset="1105.497">2857 1182,'-17'0,"-1"35,1-35,-1 35,18 1,-18-36,18 53,-17-18,17 0,0 0,17 18,19-17,-19 16,18-16,18-1,-17 0,-1-17,-35 0,35-1,-17-17,-18 18,18-18,-1 0,-17 18,35-18,18-18</inkml:trace>
  <inkml:trace contextRef="#ctx0" brushRef="#br0" timeOffset="1495.8752">3739 1111,'0'0,"-35"18,0 35,-18 17,18-17,-1 18,1-18,17 0,-17-18,18 18,-1-18,18-17,0-1,0 1</inkml:trace>
  <inkml:trace contextRef="#ctx0" brushRef="#br0" timeOffset="1888.9107">3775 1111,'0'36,"17"-1,1 35,0 1,-1-1,-17 1,18-36,0 18,-18 18,0-36,0-17,0-1,0 1</inkml:trace>
  <inkml:trace contextRef="#ctx0" brushRef="#br0" timeOffset="2266.7958">3475 1429,'17'0,"1"0,35 17,-18 1,36 0,-36-1,18-17,-35 0</inkml:trace>
  <inkml:trace contextRef="#ctx0" brushRef="#br0" timeOffset="2765.2289">4110 1235,'0'0,"0"17,0 36,0 0,0-18,0 18,-18 0,18 0,0 0,0 0,-17 18,17-18,0-18,0 18,0-36,0 19,0-1,0-17</inkml:trace>
  <inkml:trace contextRef="#ctx0" brushRef="#br0" timeOffset="3634.2927">4075 1217,'17'0,"1"0,-18-18,17 18,19 0,-1 0,-17 18,17 0,-17-18,-1 17,1 1,0-18,-1 18,-17-1,18-17,-18 18,0 17,0 0,-35-17,35 17,-36-17,19 17,-36-17,35 0,-35-1,0 1,0-18,36 17,-1-17,0 0,54 0,-19 0,71-17,18-1,0 18,0 0,-53 0,0 18,-18-1,0 19,-17-36,0 35,-18 0,17-35,-17 36,0-19,0 1,0 0,-17-1,-19 18,-17 1,1-19,16 1,-17 0,0 17,18-35,18 18,-1-18,0 0,1 0,-1 0,0 0,-17-18,0-17,-18-18,0-18</inkml:trace>
  <inkml:trace contextRef="#ctx0" brushRef="#br0" timeOffset="4222.1569">3616 882,'141'0,"88"0,-70 0,18 0,-72 0,-34 0,-18 0,-36 0</inkml:trace>
  <inkml:trace contextRef="#ctx0" brushRef="#br0" timeOffset="4730.5143">4921 900,'0'35,"36"18,-19 17,18 19,-17-19,0 36,-18-36,0-17,0 36,-18 16,0-52,-17 18,0-36,0 0,35 1,-18-19,0 1,1 0,17-1,-18-17,0 0</inkml:trace>
  <inkml:trace contextRef="#ctx0" brushRef="#br0" timeOffset="5405.1882">5909 1182,'18'0,"-1"0,1 0,17 0,0 0,1 0,-1 0,-17 0,-1 0,1 0,0 0,-1 0,1 0,0 0,-1 0</inkml:trace>
  <inkml:trace contextRef="#ctx0" brushRef="#br0" timeOffset="6188.6619">5891 1499,'18'0,"0"0,-1 0,19 0,-19 0,71 0,-35 0,18 0,-53 0,17 0,-18 0,1 0,0 0</inkml:trace>
  <inkml:trace contextRef="#ctx0" brushRef="#br0" timeOffset="9668.8501">6932 1076,'0'18,"-18"-1,1 1,17 17,-18 0,1-17,-1 17,0 18,1 18,-19-1,19 54,-1-36,18 36,-18-1,18-52,-17 17,17-35,0 0,-18-1,18-16,-18-1,1-17,17 17,-18-17,1 17,17 0,-18-17,0 17,1-17,17-1</inkml:trace>
  <inkml:trace contextRef="#ctx0" brushRef="#br0" timeOffset="11068.3718">6667 1005,'18'0,"0"0,-1 0,1 0,17 0,-17 0,35 0,0 0,17 18,-52-18,35 18,-35-18,-1 0,1 0,-1 0,-17 17,18 1,0-18,-18 18,17-1,-17 1,18-18,0 53,-18-18,0 0,0 1,0-19,0 19,-18-19,18 1,-18-1,18 1,-17 0,-1-1,0 1,1 0,-1-1,1-17,-1 0,0 18,18 0,-17-18,-1 0,18 17,-18-17,18 18,-17-18,-1 17,0 1,1-18,-1 18,1-1,-1-17,0 0,1 0,-1 18,0-18,1 0</inkml:trace>
  <inkml:trace contextRef="#ctx0" brushRef="#br0" timeOffset="12297.4007">7602 1129,'-35'0,"35"18,-53-1,36 1,-19-1,1 19,17-1,-17 0,35-17,-35 0,35 17,-18-35,0 35,18-17,0 17,-17-17,17-1,-18 1,18 0,0-1,0 18,0-17,0 0,0-1,0 1,0 17,0 1,18-19,-1 1,1 0,0-18,17 17,0 18,1-17,-19 0,1-1,17-17,-35 18,18-18</inkml:trace>
  <inkml:trace contextRef="#ctx0" brushRef="#br0" timeOffset="19543.5053">8308 1288,'-18'17,"1"1,-1 17,-17-17,-1 35,19 0,-36 0,18 17,17-17,-17 0,35 0,-53 17,53-17,-36 0,19 0,-18 18,-1-18,19-18,-1 0,0-17,18-1,0-34</inkml:trace>
  <inkml:trace contextRef="#ctx0" brushRef="#br0" timeOffset="20217.1245">8273 1429,'17'0,"1"17,-18 1,0 17,0 1,18 16,-1 1,-17-17,0 17,18 0,-18-1,0-16,17 17,1 0,-18-36,0 18,18 1,-18-19,0 1,0 0,0-1,17 1</inkml:trace>
  <inkml:trace contextRef="#ctx0" brushRef="#br0" timeOffset="20734.4778">8114 1870,'18'0,"-1"0,1 0,-1 0,19 0,-19 0,36 0,-35 0,0 0,-1 0</inkml:trace>
  <inkml:trace contextRef="#ctx0" brushRef="#br0" timeOffset="21738.4449">8678 1376,'0'17,"0"1,0 0,0-1,0 1,0 17,0-17,0 17,0-17,0-1,0 19,0-1,0 0,0 1,0-1,0 0,0 0,18 1,-18-19,0 19,18-1,-18-17,17-1,-17 1,18-18,0 0,-1 0,1 0,-1 0,1 0,0-18,17-17,0 17,1-35,-1 18,-18 0,19 0,-19 17,1 0,-18-17,18 17,-1-17,-17 17,0 1,0-1,0 0,0 1,0-1,0 1,0-1,18 0,-18-17,18 17,-18 1,17-19,-17 1,18 35,-18-17</inkml:trace>
  <inkml:trace contextRef="#ctx0" brushRef="#br0" timeOffset="22496.8276">9613 1411,'0'35,"-17"1,17-1,0 18,0 35,0 0,0-17,0 17,0-17,0 17,0-35,0 0,0-1,0-34,0 0,0-1</inkml:trace>
  <inkml:trace contextRef="#ctx0" brushRef="#br0" timeOffset="23389.1682">9613 1464,'18'0,"-18"-18,35 18,0 0,-17 0,35 0,-35 0,-1 0,1 0,-1 0,-17 18,36 0,-36-1,17 19,-17-19,0 18,0 1,-17-19,-1 19,0-1,-34 0,16-17,-17 35,-17-36,-36 36,18-17,35-19,18-17,17 0,36 0,-1 0,19 0,34 0,54-17,-36 17,0 0,0 0,18 0,-35 17,-36 1,0 0,18-18,-18 17,-35 1,18-1,0-17,-36 36,0-1,1-17,-1 17,-17-17,-18 17,0-18,35-17,-35 18,0 0,18-18,-18 0,18 0,17 0,-17 0,0 0,17 0,-35-18,0-17</inkml:trace>
  <inkml:trace contextRef="#ctx0" brushRef="#br0" timeOffset="24274.3821">8220 1182,'17'0,"19"0,17 0,-1 0,19 0,0 0,-1 0,-35 0,1 0,-19 0</inkml:trace>
  <inkml:trace contextRef="#ctx0" brushRef="#br0" timeOffset="24991.474">9402 1094,'17'0,"1"0,-1 0,19 0,-1 0,18 0,0 0,-18 0,0 0,-17 0,17 0,-17 0,0 0,-1 0,1 0,-1 0,19 17,-1-17,-17 0,-1 0,1 0</inkml:trace>
  <inkml:trace contextRef="#ctx0" brushRef="#br0" timeOffset="25699.2083">10689 811,'0'0,"53"18,-35 17,17 1,0 16,1-16,-1 17,0 0,-17 0,-1-1,1-16,0 17,-1 17,1 1,17 17,0 18,-35-18,18 0,0 18,-18-18,0-17,0-18,0 0,0 17,0-52,0 35,-18 0,18-18,-35-17,0 17,-1 18,36 0,-35-36,17-17,1 18</inkml:trace>
  <inkml:trace contextRef="#ctx0" brushRef="#br0" timeOffset="31010.9544">1517 3845,'0'36,"0"-19,18 36,-18 18,0-1,0 18,0 18,0 0,0-53,0 53,-18-53,0 17,18 1,-17-18,17 0,0 0,0-36,0 1</inkml:trace>
  <inkml:trace contextRef="#ctx0" brushRef="#br0" timeOffset="31754.5065">1393 3828,'0'-18,"18"18,0 0,-1 0,-17-18,18 18,0-17,-1 17,1 0,0 0,17 0,0 0,-17 0,17 17,0 1,-17 0,17-18,-17 17,0-17,-18 18,17 17,1-35,-18 18,17 17,-17 0,0-17,0 17,-17 18,-1-35,1 17,-1 0,0 1,1-19,-19 19,1-1,0 0,17-17,-17-1,17 1,1 0,-1-18</inkml:trace>
  <inkml:trace contextRef="#ctx0" brushRef="#br0" timeOffset="32458.5623">2452 3775,'-18'0,"1"0,-1 0,0 0,1 0,-1 17,0-17,-17 18,17 0,-17-1,0 1,17-18,1 18,-19-1,19 18,-1-35,0 18,1 17,17 1,-18-1,0 0,18 0,0 18,0-35,0 35,0-35,0 17,0-17,18-1,0 18,17 1,0-19,-17 19,17-36,-17 17,-18 1,17 0,1-18,0 0</inkml:trace>
  <inkml:trace contextRef="#ctx0" brushRef="#br0" timeOffset="32986.4123">2752 3757,'0'18,"-18"-18,0 17,1 1,17 0,-18 17,-17 0,17 18,1-18,-1 18,0 0,18-35,-17 52,-1-17,18 0,0-17,0-1,-18-18,18 1,0-36</inkml:trace>
  <inkml:trace contextRef="#ctx0" brushRef="#br0" timeOffset="33471.5566">2769 3739,'18'0,"17"18,0 53,18-1,-17 18,-1-17,-17-18,-1 0,1 35,0-17,-1-19,1 19,-1 0,1-36,-18 0,0 0,0-17,0 0,0-1</inkml:trace>
  <inkml:trace contextRef="#ctx0" brushRef="#br0" timeOffset="33995.7337">2663 4163,'0'-18,"18"18,0 0,-1 0,36 0,0 0,-35 0,17 0,-17 0,-1 0</inkml:trace>
  <inkml:trace contextRef="#ctx0" brushRef="#br0" timeOffset="34644.2242">2999 3704,'0'0,"35"18,0 17,-17 0,35 1,0 17,-18-18,0 18,0 0,1 0,-19 17,1-35,-18 1,18 17,-18 0,0-18,0 18,0 0,-18-18,0 0,1-17,-1-1,18 1,0 0,0-1,-18-17,1 0,17 18,-18-18</inkml:trace>
  <inkml:trace contextRef="#ctx0" brushRef="#br0" timeOffset="35486.7597">2611 3634,'0'-18,"17"18,1 0,-1 0,1 0,0 0,-1 0,19 0,-1 18,0-18,-17 17,-1-17,1 0</inkml:trace>
  <inkml:trace contextRef="#ctx0" brushRef="#br0" timeOffset="36148.8585">3792 4039,'18'0,"17"0,1 0,-1 0,35 0,-17 0,-17 0,16 0,-16 0,-19 0,1 0,0 0,-1 0,1 0,0 18,-18 0</inkml:trace>
  <inkml:trace contextRef="#ctx0" brushRef="#br0" timeOffset="36602.7922">3969 4339,'17'0,"1"0,17 0,-17 0,17 0,0 0,1 0,-19 0,1 0,0 0</inkml:trace>
  <inkml:trace contextRef="#ctx0" brushRef="#br0" timeOffset="37104.4132">4657 3704,'0'53,"17"18,-17-18,18-1,-18 19,0 0,0 17,0-18,0 19,0-54,0 18,0-18,0-17,0-1,18 1,-1-18</inkml:trace>
  <inkml:trace contextRef="#ctx0" brushRef="#br0" timeOffset="37604.8853">4974 4145,'0'-18,"18"18,-1 0,1 0,17 0,18 0,0 0,18-17,17 17,-35 0,0 0,-18 0,-17 0</inkml:trace>
  <inkml:trace contextRef="#ctx0" brushRef="#br0" timeOffset="38043.9737">6403 3616,'0'0,"-18"35,1 1,-1 16,18 1,-18 18,18 17,0-17,0 17,0-35,0 35,0-17,0 17,0-35,0 0,0-1,0-16,0-19,0 19,0-19,-17 1</inkml:trace>
  <inkml:trace contextRef="#ctx0" brushRef="#br0" timeOffset="38536.7753">6456 3634,'0'0,"53"17,17 1,-17 17,-18-17,18 17,-17-17,-1-1,-35 1,0 0,18-1,-18 19,0-1,-18 0,0 18,-17 0,-18 0,0 0,0-18,18-35,17 18,18-1,-17-17,-1 0</inkml:trace>
  <inkml:trace contextRef="#ctx0" brushRef="#br0" timeOffset="38994.9433">6914 3810,'-17'18,"-1"-1,-17 19,17-1,-17 0,35 0,-18 18,18-17,0-1,18 18,0-18,17 0,-17-17,-18 0,35-1,-18 1,1-18,-18 18,18-1,17 1,-17-18,-1 0,1 0</inkml:trace>
  <inkml:trace contextRef="#ctx0" brushRef="#br0" timeOffset="39398.234">7708 3757,'0'0,"-35"18,-18 35,35 0,-35-1,-17 19,-1 35,1-36,17 19,18-36,17-36,18 18,-18-17</inkml:trace>
  <inkml:trace contextRef="#ctx0" brushRef="#br0" timeOffset="39790.6245">7726 3828,'0'17,"0"19,0 16,0 19,17-36,1 18,-18 0,18-18,-18 36,17-36,-17-17,0 0,0-1,0 1</inkml:trace>
  <inkml:trace contextRef="#ctx0" brushRef="#br0" timeOffset="40173.9989">7373 4075,'35'0,"-17"0,35 17,0 1,0-1,-18-17,18 0,-35 18,-1-18,1 0,-18 18,17-18,1 0</inkml:trace>
  <inkml:trace contextRef="#ctx0" brushRef="#br0" timeOffset="40567.4614">8008 3845,'0'0,"18"36,-1 16,1 19,-18-36,18 36,-18-1,0-17,0-35,0 35,0-35,0-1,0 1,-18-1,0 1,1-18,-19 35,19-35</inkml:trace>
  <inkml:trace contextRef="#ctx0" brushRef="#br0" timeOffset="43910.3013">1217 3210,'0'36,"0"16,0 1,0 36,0-1,0 35,-18 1,-34-1,16 36,-17 17,36-17,-19-35,36 17,-35 17,35-34,-18-36,1 36,17-36,0-35,-18 0,18-36,0 18,0-17,35-18,54 35,34-17,89 0,52 35,1-36,35 36,-36-35,-34 35,34-36,-34-17,34 0,1 36,-54-36,1 0,-71 0,18 0,-18 0,0 0,18 0,-18 0,35 0,-17 0,-18 0,-17 0,-1 0,-35 0,1 0,-1 0,0 0,-35 0,0 0,0 0,17 0,1 0,-36 0,36 0,-18 0,0 0,-18 0,35 0,-17 0,0 0,0 0,-18 0,-17 0,17 0,-17 0,17 0,1 0,-1 0,18-18,-18 18,0-18,18 1,-18-1,18 0,-35 18,35-35,18 35,-1-53,1 18,34 0,54-36,-35 53,-1-17,1 18,-19-36,-69 53,17-18,-36 18,1 0,0 0,-1 0,18 0,1 0,-19 0,1 0,0 0,-18-71,0 19,0-72,17 36,1-71,17-17,-35-1,36 1,-19-18,1 70,-1 72,-17-19,0 18,0 35,0 1,0-1,0 1,0-1,18 0,-18 1,0-1,18-17,-18 17,0 0,-18 18,-17 0,-36 0,-17-17,0-1,-36 0,-52 18,-71 0,-35 0,-36 0,-17 0,-53 0,-159 0,71 0,53 0,-1 0,54 0,88 0,17 0,-35 0,106 0,0 0,18 0,70 0,-17 0,-1 0,1 0,34 0,-34 0,70 0,-35 0,17 0,18 0,18 0,17 0,-17 0,18 0,-1 0,0 0,1 0,-1 0,0 0,1 0,-1 0,0 0,1 0,-1 0,1 0,-1 0,0 0,1 0,-1 0,0 0,1 0,-1 0,0 18,1-18,-1 0,0 0,1 0,-1 0,1 0,17 18,-18-18,0 0,18 17,-35-17,17 0,1 0,-1 0</inkml:trace>
  <inkml:trace contextRef="#ctx0" brushRef="#br0" timeOffset="45470.1155">11994 1552,'0'-17,"36"17,-19-18,54 18,17-18,0 18,36-17,-18 17,-18 0,-35 0,17 0,-17 0,-35 0</inkml:trace>
  <inkml:trace contextRef="#ctx0" brushRef="#br0" timeOffset="46282.108">12047 1993,'18'0,"0"0,35 0,17 0,18 0,-17 0,17 18,-35-18,35 0,-35 0,18 0,-36 0</inkml:trace>
  <inkml:trace contextRef="#ctx0" brushRef="#br0" timeOffset="48272.0981">13370 1393,'-17'89,"17"-19,-18 18,18 1,-18-19,1 36,17-53,0 35,0-17,0-18,0-18,0 0,0 0,17-35</inkml:trace>
  <inkml:trace contextRef="#ctx0" brushRef="#br0" timeOffset="48783.8537">13864 1552,'53'0,"35"0,36 0,17 0,18 0,-54 0,1 0,-53 0,0 0,-35 18</inkml:trace>
  <inkml:trace contextRef="#ctx0" brushRef="#br0" timeOffset="49213.9493">15099 1288,'0'35,"0"18,0 0,0 35,0-18,0 19,-18-19,1 54,17-36,-18 0,0-17,1 34,17-52,-18 0,0 0,18-35,0-36</inkml:trace>
  <inkml:trace contextRef="#ctx0" brushRef="#br0" timeOffset="49762.262">15081 1288,'0'0,"36"0,-19 0,18 0,18 17,36 19,-37-19,-34 18,0-35,-18 18,17-18,-17 18,0-1,18 1,-18 0,0 17,0 0,-18 0,1-17,-1 17,0 1,-17-19,18 1,-1 0,0-18,18 17,-17-17</inkml:trace>
  <inkml:trace contextRef="#ctx0" brushRef="#br0" timeOffset="50248.0384">15646 1341,'0'0,"-36"17,1 18,35-17,-18 35,18 0,-17 0,17-18,0 18,0 0,0-35,17 17,-17 0,18-35,17 18,-35-1,18 1,0-18,-1 0</inkml:trace>
  <inkml:trace contextRef="#ctx0" brushRef="#br0" timeOffset="50726.3446">16228 1182,'-18'35,"-17"-17,17 35,-17 17,0-17,-1 18,-34 34,35-34,17 0,0-1,1-35,-1 18,18 0,0-17,0-19,0-70</inkml:trace>
  <inkml:trace contextRef="#ctx0" brushRef="#br0" timeOffset="51122.1651">16351 1111,'18'36,"0"34,-18-17,35 53,-18 17,19-35,-36 36,17-71,1 17,-18-34,18-1,-18 18,0-35,0-1,0 1</inkml:trace>
  <inkml:trace contextRef="#ctx0" brushRef="#br0" timeOffset="51499.0684">16228 1711,'0'-18,"17"18,1 0,35 0,18-17,-36 17,-18 0,19 0,-19 0</inkml:trace>
  <inkml:trace contextRef="#ctx0" brushRef="#br0" timeOffset="51861.4704">16810 1217,'0'53,"17"18,-17-36,0 35,0 1,0-1,0-17,0 18,0-18,0-18,0 0,0-17,-17-18,17-18</inkml:trace>
  <inkml:trace contextRef="#ctx0" brushRef="#br0" timeOffset="52862.5218">16863 1023,'0'-18,"17"18,1 0,17 18,18-18,-35 18,0-1,-1-17,-17 18,18-18,-1 35,1-35,-18 18,0 0,0-1,0 18,18-35,-18 18,0 0,0-1,0 19,-18-19,0-17,-17 36,18-19,-36 18,0-35,0 36,17-19,-16 19,-1-19,0 19,17-36,36 17,18-34,0 17,35-18,0 0,17 18,18-17,1 17,-1 0,-18 0,-52 0,0 0,-18 17,17 1,-17 0,0-1,0 1,0-1,-17 1,-1 0,0 17,1 0,-1-35,-17 36,-1-19,1 19,0-36,17 0,1 17,-1-17</inkml:trace>
  <inkml:trace contextRef="#ctx0" brushRef="#br0" timeOffset="53599.1957">17357 811,'17'0,"19"0,69 71,-34-1,0-17,17 36,-18-19,18 18,-35-17,-17-18,-1 17,-17 1,-1-18,1 17,-18 1,-18 0,1-1,-1-17,0-18,-17 18,17 0,1-18,17-17,0 0,-18-18</inkml:trace>
  <inkml:trace contextRef="#ctx0" brushRef="#br0" timeOffset="54608.9869">15117 2699,'0'-18,"17"18,1 0,-1 0,1 0,17 0,36 0,-1 18,19-1,-19-17,18 0,36 0,-36 0,88 0,-52 0,-1-35,1 0,-36 17,-35 1,0-1,-35 18,-1 0,1 0,17 18,36-18,-18 17,-18-17,18 0,-18 0,-17 0,-1 0,1 0,0 0,-1 0,1 0,0 0,-1 0,1 0,-1 18,1-18</inkml:trace>
  <inkml:trace contextRef="#ctx0" brushRef="#br0" timeOffset="56926.6826">2857 7003,'18'0,"0"53,-1 17,-17 18,0-17,0-1,0-17,0 18,0-18,0 0,0-18,0 18,0-18,0-17,0-1,0 1</inkml:trace>
  <inkml:trace contextRef="#ctx0" brushRef="#br0" timeOffset="57530.5456">2822 6791,'0'-18,"18"18,-1 0,1-17,0 17,17 0,0 0,18 0,-17 0,16 35,1-17,-17-1,-19-17,1 18,0 17,-1-35,-17 18,0-1,0 1,0 17,0 1,0-19,0 19,-17 16,-19-34,-17 17,18-17,17 0,1-1,-1-17</inkml:trace>
  <inkml:trace contextRef="#ctx0" brushRef="#br0" timeOffset="57971.2052">3687 6809,'0'0,"-18"53,-17-1,-1 1,19-17,-19 34,1 1,17-18,18 17,0-35,0 1,0-19,0 1,36 17,-1 1,0-1,1 18,17-18,-1-17,-16 17,17-17,-36 17,36-17,-18 17,-17-35</inkml:trace>
  <inkml:trace contextRef="#ctx0" brushRef="#br0" timeOffset="58392.0263">4286 6914,'-53'18,"18"35,-36 35,1 18,17 35,-18-17,36-19,-18-16,18-36,35-1,0-16,0-54,0-52</inkml:trace>
  <inkml:trace contextRef="#ctx0" brushRef="#br0" timeOffset="58720.8582">4127 7056,'53'52,"53"72,-18-18,-35 0,18-1,-18-34,-18 0,0 17,-17-53,0-17,-18-1,-53-17</inkml:trace>
  <inkml:trace contextRef="#ctx0" brushRef="#br0" timeOffset="59056.8357">4075 7532,'0'0,"35"-18,-35 1,53 17,-18 0,36 0,-1 0,-17 0,-18 0,1 0,-1 0,-17 17,-1-17,1 0,-1 0,1 0</inkml:trace>
  <inkml:trace contextRef="#ctx0" brushRef="#br0" timeOffset="59387.3369">4833 6809,'53'70,"18"36,-19 0,-16-18,17 35,-36-17,1-17,-18-1,0 70,0-69,-18-19,1-17,-1-18,18-17,-18-18,18 18,-17-18,-1 0</inkml:trace>
  <inkml:trace contextRef="#ctx0" brushRef="#br0" timeOffset="59871.195">5468 7461,'18'0,"-1"0,1-17,35 17,0-18,0 0,17 1,18 17,-17-18,0 18,-1 0,-52 0,-1 0,-17 18</inkml:trace>
  <inkml:trace contextRef="#ctx0" brushRef="#br0" timeOffset="60200.6459">5450 7726,'0'0,"53"0,0 0,53 0,-35 0,-18 0,35 0,-18 0,1 0,-54 0,19 0,-19 0,1 0,0 0,-1 0</inkml:trace>
  <inkml:trace contextRef="#ctx0" brushRef="#br0" timeOffset="60954.7211">6773 7250,'0'-18,"0"-17,0-1,-17 19,-1-1,0-35,18 18,-17 17,-1-17,0 0,18 17,-17 18,-18 18,-1 35,19-18,-19 18,19 0,17 17,-18-17,18 0,0-18,0-17,18 0,-1-18,-17 17,18-17,0 0,-18 18,17-18,1 0,0 0,-1 0,18 0,18 0,-35-18,17 1,1-19,-19 1,1 17,-18 1,0-1,0 1,0-19,0 1,0 0,0-1,0-16,0 34,-18 0,1 18,17 18</inkml:trace>
  <inkml:trace contextRef="#ctx0" brushRef="#br0" timeOffset="61368.7487">7038 7320,'18'0,"17"0,-18 0,1 18,-18-1,0 1,18-18,-18 18,17-18,-17 17,0 1</inkml:trace>
  <inkml:trace contextRef="#ctx0" brushRef="#br0" timeOffset="62123.012">7549 6473,'18'0,"17"0,18 0,18 18,17-18,-17 18,70-1,-18 19,-17-19,-18-17,-53 18,-52 0,17-1,-18-17,1 18,-1-1,18 1,-18-18,18 18,-17 17,-1 0,0 89,1-36,17 0,-18 18,0 17,1 1,17-53,-18 17,1-18,17-34,-18 16,18-34,-18-18</inkml:trace>
  <inkml:trace contextRef="#ctx0" brushRef="#br0" timeOffset="62653.3495">9543 7426,'17'0,"1"0,0 35,-18 1,0 34,0-17,0 0,0-18,-36 0,36-17,-17 0,-1-18,18 17</inkml:trace>
  <inkml:trace contextRef="#ctx0" brushRef="#br0" timeOffset="63217.1776">11377 6738,'0'35,"0"18,0 18,0 17,-18 0,18 89,0-54,0 18,-17 18,-18-36,17 1,18-1,-18-52,1 17,-1-35,18-35,0-1,0 1,-18-36</inkml:trace>
  <inkml:trace contextRef="#ctx0" brushRef="#br0" timeOffset="63695.8307">11218 6579,'18'0,"17"0,36 0,-18 0,35 36,-35-19,0 18,-18-17,18 0,-18 35,-17-18,17 0,0 1,-17-19,0 1,-18-1,0 1,0 17,0 18,-53 35,0-17,-53 17,35 0,-70-35,36 18,34-36,18-17,35-18</inkml:trace>
  <inkml:trace contextRef="#ctx0" brushRef="#br0" timeOffset="64109.9988">11924 6826,'0'0,"-18"71,18 17,0-17,0 17,0-53,0 18,0-18,18 0,0-17,-1 17,1-35,-1 18,1 0,-18-1,18 1,-1-18,1 18,0-1,17-17,0 0,36 0</inkml:trace>
  <inkml:trace contextRef="#ctx0" brushRef="#br0" timeOffset="64525.6147">12876 6473,'0'0,"-35"53,-18 18,-17 35,-1 17,1 18,34-17,-17-54,18 36,35-35,0-18,0-18,0 18,0-35,0-1,0 1,0-36,18-52</inkml:trace>
  <inkml:trace contextRef="#ctx0" brushRef="#br0" timeOffset="64893.1117">13159 6421,'0'17,"0"54,17 17,19 18,-19-18,-17 35,18-52,-1 0,-17-19,0 1,0 0,0-35,0 0,0 17,-17-18,17 1,0 0,-18 17,18-17,-17-1,-1-17</inkml:trace>
  <inkml:trace contextRef="#ctx0" brushRef="#br0" timeOffset="65285.109">12753 6879,'18'0,"-1"0,36 0,-18 18,18 17,-17-35,16 0,1 18,-35-1,17-17,-17 18,-18 0,18-18,-1 0,1 17,35-17,-18 0</inkml:trace>
  <inkml:trace contextRef="#ctx0" brushRef="#br0" timeOffset="65620.9622">13441 6950,'0'-18,"17"18,19 0,17 0,17 0,1 0,-18 0,0 0,17 0,-17 0,-35 0,-1 0</inkml:trace>
  <inkml:trace contextRef="#ctx0" brushRef="#br0" timeOffset="65989.7877">14482 6615,'0'0,"-18"70,0 1,1 35,-1 17,-35 0,35-34,-17 16,17-16,18-54,-17 0,17-17,-18-18,18-71</inkml:trace>
  <inkml:trace contextRef="#ctx0" brushRef="#br0" timeOffset="66749.3451">14305 6579,'35'0,"1"0,-1 0,18 18,-18-18,18 35,-35-35,17 35,-17-17,-1-18,1 0,-18 18,18-1,-18 1,0 0,17-1,-17 1,0 0,0 17,0 0,-17 18,-19-18,-17-17,0 17,1 1,-1-19,0 1,35-18,0 0,36-18,17 1,36-1,-18 0,35 18,-17 0,-36 0,18 18,-18-18,0 35,-17-17,-18-1,0 19,0-1,0-17,-18 17,-17 0,0 0,-18 1,18-36,-18 35,35-17,-17-1,17-17,0 0,18 18,-17-18,-1 0</inkml:trace>
  <inkml:trace contextRef="#ctx0" brushRef="#br0" timeOffset="67297.6664">14958 6368,'17'0,"36"0,-17 35,52 18,0 0,0 0,-70 0,35-36,-18 36,-17 0,-1 0,-17 18,18-19,-18 54,-18-18,-17-17,17 0,-17-19,0-16,17-36,1 17,-1 1,0 0,-17-18,17 0,1 35,-19-35</inkml:trace>
  <inkml:trace contextRef="#ctx0" brushRef="#br0" timeOffset="67877.2715">15610 6773,'18'0,"17"0,1 0,17 0,-18 0,18 0,0 0,0 0,-1 0,1 0,-35 0,0 0,-1 18</inkml:trace>
  <inkml:trace contextRef="#ctx0" brushRef="#br0" timeOffset="68294.0455">15646 7179,'0'0,"17"-18,19 18,-1 0,-17 0,17 0,0 0,0 0,1 0,-19 0,19 0,-19 0,1 0,-1 18,-17 0,18-18,0 0,35 17</inkml:trace>
  <inkml:trace contextRef="#ctx0" brushRef="#br0" timeOffset="69083.23">17216 7056,'0'-18,"0"0,-18 18,18-35,-18 35,18-35,-35 17,17 0,18 1,-17-18,-19 17,19 0,17 1,-18-1,1 18,-1 0,0 0,1 18,-1 17,-17 35,35 19,-18-19,18-17,0 18,0-18,0-1,18-16,-1-19,1 1,0-18,-1 0,1 0,0 0,34-35,1-18,-17-18,17 18,-18 0,0 1,-35 16,0-17,0 36,0-1,-18 18,1 0,-1 0</inkml:trace>
  <inkml:trace contextRef="#ctx0" brushRef="#br0" timeOffset="69467.4931">17445 7003,'17'0,"-17"17,18 1,0 0,-1 17,1 0,-18-17,18 17,-1 0,1-35,-18 36,18-36,-18 17,0 1,0-1,-18 1,0-18</inkml:trace>
  <inkml:trace contextRef="#ctx0" brushRef="#br0" timeOffset="70296.4156">17551 6174,'53'0,"17"17,-35 1,18 0,0-1,-35 1,0-18,-1 17,1 19,-18-19,17 19,-17-1,0 0,0 18,0-18,-17 1,17-1,-35 0,-1 0,19-35,70 0,17 0,18 0,18 0,18 0,-54 0,-35 0,-35 18,18-18,0 18,-1-1,1 19,-18-19,18 1,-18 17,0 1,0-19,0 36,0-18,-36 1,19 17,-19-1,36 1,-52 0,34-35,-17 17,17 0,0-35</inkml:trace>
  <inkml:trace contextRef="#ctx0" brushRef="#br0" timeOffset="71362.075">10530 9066,'18'0,"0"0,-1 0,19 0,-1 0,18 0,0 0,-18 0,18 0,0 0,-18 0,-17 0</inkml:trace>
  <inkml:trace contextRef="#ctx0" brushRef="#br0" timeOffset="72081.8099">10583 9578,'18'0,"0"0,52 0,1 0,-1 0,-34 0,-19 0,1 0,-1 0,1 0,0 0</inkml:trace>
  <inkml:trace contextRef="#ctx0" brushRef="#br0" timeOffset="73374.8863">11571 8908,'0'53,"0"17,0 18,0 36,0-18,0 17,0 1,0-1,0-35,0 0,0-17,0 35,0-36,0 1,0-18,-18 0,1 0,-1 0,1-36,17 18,-18-17</inkml:trace>
  <inkml:trace contextRef="#ctx0" brushRef="#br0" timeOffset="74145.0854">11624 8961,'0'-18,"18"18,-1 0,1 0,17 0,0 0,18 0,-17 18,-1-1,-17-17,17 35,-17-35,-1 18,-17 0,18-18,-18 17,17 19,1-19,-18 19,0-1,0 0,0 0,0 18,-18-35,1 35,-1-18,-17 18,17-35,1 17,-19-17,19 17,-19-17,19-18,-1 17,0-17</inkml:trace>
  <inkml:trace contextRef="#ctx0" brushRef="#br0" timeOffset="74684.3336">12382 8890,'-17'0,"-1"18,-35 17,36-17,-36 34,17 19,19 35,-18-36,17 1,0 0,18-36,0 18,0 0,0-36,18 1,0 17,-1-17,-17 17,18-35,-18 18,0-1,17-17,-17 18,18-18,0 0,35 0,17-18</inkml:trace>
  <inkml:trace contextRef="#ctx0" brushRef="#br0" timeOffset="75114.0396">12894 8837,'-18'0,"1"18,-1 35,18 17,-53 1,18-1,0 36,-1-35,19 17,-19-35,36 17,-17-52,17 17,-18 1,18-19,0 1,0-1</inkml:trace>
  <inkml:trace contextRef="#ctx0" brushRef="#br0" timeOffset="75585.0255">12947 8925,'18'18,"17"52,0-17,-17 18,-1-1,19 1,-19 17,-17-17,18-18,0 0,-18-36,0 36,0-35,0 17,17-17,-17-1,0 1,0 0,-17-18,-1 0</inkml:trace>
  <inkml:trace contextRef="#ctx0" brushRef="#br0" timeOffset="76048.5984">12841 9366,'0'-17,"18"17,-18-18,17 18,1 0,0 0,-1 0,36 0,-35 0,-1 0,1 0,0 0,-1 0,-17 18,18-18</inkml:trace>
  <inkml:trace contextRef="#ctx0" brushRef="#br0" timeOffset="76446.644">13229 8784,'18'35,"35"36,17 0,-34-19,-1 37,0-19,-35 36,18-53,-18 18,0-1,-18-17,0-18,1-17,17 0,-18-18,1 0</inkml:trace>
  <inkml:trace contextRef="#ctx0" brushRef="#br0" timeOffset="77175.4114">13776 9313,'18'0,"17"0,-17 0,17 0,0 0,18 0,-18 0,-17 0,0 0,17 0,-18 0</inkml:trace>
  <inkml:trace contextRef="#ctx0" brushRef="#br0" timeOffset="77574.9558">14834 8925,'0'18,"-17"35,-19 35,1 35,0 19,35-37,-18 19,1 17,-19 0,36-17,-35-19,17-16,1-19,-1-17,18-18,0-17,0 0,-18-1</inkml:trace>
  <inkml:trace contextRef="#ctx0" brushRef="#br0" timeOffset="78098.0664">14623 8978,'35'0,"-17"0,34 0,-16 18,17-1,-36 19,1-19,0 1,-1 17,18 18,-17-18,0 18,-18 0,0 0,0-17,0-1,0 0,0-17,-18 17,-17 18,0-35,-18-1,35 1,0-1,1 1,-1-18,0 0</inkml:trace>
  <inkml:trace contextRef="#ctx0" brushRef="#br0" timeOffset="78560.4475">15522 8943,'-35'0,"17"0,1 18,-1 17,-17-18,17 36,-17 36,35-19,-18 1,18-1,0-34,0 16,18-16,-1-19,-17 1,0 0,36-18,-36 17,17-17,19 0,34 0</inkml:trace>
  <inkml:trace contextRef="#ctx0" brushRef="#br0" timeOffset="78953.4699">16140 8908,'0'0,"-36"53,1 17,-18 18,-17 18,34 18,1-19,-18-34,18 0,17-1,18-52,0-1,0 1,-17-18,34-18,1-35</inkml:trace>
  <inkml:trace contextRef="#ctx0" brushRef="#br0" timeOffset="79342.1813">16069 8961,'0'17,"0"18,18 36,17 0,-17 34,-1-16,1-19,-1 18,-17-17,18-18,-18-18,18 36,-18-36,0-17,0-1,0 1,0-1</inkml:trace>
  <inkml:trace contextRef="#ctx0" brushRef="#br0" timeOffset="79716.0458">16034 9490,'17'0,"1"0,0 0,17 0,0 0,0 0,-17 0,0 0,-18 17,17 1</inkml:trace>
  <inkml:trace contextRef="#ctx0" brushRef="#br0" timeOffset="80104.0037">16510 9084,'18'71,"-18"-19,17 54,-17-17,0 34,0 0,-17-34,-19-1,36-35,-17 0,-1-18,0-35,1 18,-1-36,1-70,17 35</inkml:trace>
  <inkml:trace contextRef="#ctx0" brushRef="#br0" timeOffset="80950.853">16422 9066,'17'0,"19"0,-1 0,36 0,-19 0,-34 0,17 0,-17 0,-18 18,18 0,-1-18,1 0,0 17,-18 1,17 0,-17-1,0 1,0-1,0 1,0 17,0 1,-35-1,17 0,-35 1,18-1,-18-18,-17 19,-1 17,18-53,53 17,-17-17,69-35,-16 17,-1 1,36-1,-19 18,-16 0,17 0,0 0,-1 0,-52 18,18-18,0 0,-18 17,0 1,17 0,-17-1,0 1,0 0,0-1,-17 1,-19-1,1 19,0-1,-18 0,0-17,0 0,18-18,0 17,-1 1,19-18,17 17,0 1</inkml:trace>
  <inkml:trace contextRef="#ctx0" brushRef="#br0" timeOffset="81481.5539">16933 8890,'18'0,"53"18,-1 52,18-17,-17-18,-1 18,-34 0,-1 0,-17 0,-1 0,-17 18,0-1,-17 1,-1-18,0-18,1 18,17-18,-18-17,0 17,18-17,0-1,0 1,0-1,-17 1</inkml:trace>
  <inkml:trace contextRef="#ctx0" brushRef="#br0" timeOffset="82664.1287">14411 10266,'35'35,"53"36,-52-18,17-1,0-16,-18-19,0 1,-17 0,35-1,-18 1,-17-18,34 0,1-18,18 1,35-36,-18-18,18 18,0-17,-1 17,19-18,-53 36,-1 17,-35 18,-17 0,0 0,-1 18,1 0,0-1,-1-17,1 0,-1 18,1 0,17-18,18 17,-17-17,16 0,1 18,-35-18,0 0,17 0,53 35,18 18,-18-18,18 1,0 16,-53-52,0 18,-36 0,-34-18,-1 0</inkml:trace>
  <inkml:trace contextRef="#ctx0" brushRef="#br0" timeOffset="83258.518">18062 9155,'18'0,"17"0,0 0,36 0,0 0,17 0,0 0,-18 0,-17 0,0 0,-17 0,-19 0,1 0,17 0,-35 17</inkml:trace>
  <inkml:trace contextRef="#ctx0" brushRef="#br0" timeOffset="83729.733">18221 9437,'18'0,"-1"0,36-18,-18 18,1 0,17 0,-18 0,0 0,-17 0,-1 0,1 18</inkml:trace>
  <inkml:trace contextRef="#ctx0" brushRef="#br0" timeOffset="84535.5444">19438 9066,'0'-17,"-18"-1,18 0,-17 1,-19-1,19-17,-1 17,1 1,-1 17,18-18,-18 18,1 0,17 18,-18 17,0 18,18 0,0-18,-17 36,17-19,0 1,0-35,17 17,-17 1,18-19,0 1,-1-18,19 0,-36-18,35 1,-35-19,35 1,-17-18,-18 35,17-34,-17 34,0-17,0-1,0 19,0-19,-17 19,-1 17,0 17,18 19</inkml:trace>
  <inkml:trace contextRef="#ctx0" brushRef="#br0" timeOffset="84935.6939">19738 9207,'18'0,"-18"18,17 17,1-17,-1 35,19-18,-36-17,17 17,-17 0,0-17,0 0</inkml:trace>
  <inkml:trace contextRef="#ctx0" brushRef="#br0" timeOffset="85730.5739">20232 8572,'53'0,"53"53,35-17,17 34,-87-34,-18-1,-53-18,18 1,-18 0,0-1,0 1,0 0,-18 17,0-17,1-1,-36 18,0 1,0-1,-18 0,1 1,34-19,1 1,18-18,34 0,1 0,35 0,17 0,-34 17,34 1,-17 0,0-1,0 19,-35 17,34-18,-16 0,-1 18,-17-35,-18-1,0 1,0 0,0-1,0 1,0 0,0 17,0-18,0 19,-18-1,0-17,1-1,17 1,-18 0,-17-18,35 17,-35 1,-18 17,-36 18,-69 35</inkml:trace>
  <inkml:trace contextRef="#ctx0" brushRef="#br0" timeOffset="87265.9979">2963 8537,'18'0,"53"0,34 0,54-17,106 17,-1 0,89 0,70 0,124 0,-71 0,1 0,-107 0,-105 0,-89 0,-123 0,-88 0</inkml:trace>
  <inkml:trace contextRef="#ctx0" brushRef="#br0" timeOffset="88498.6537">11695 10583,'17'0,"-17"-17,18 17,17 0,36 0,17 0,53 0,88 0,89 0,52 0,159 0,71 0,0 0,0 0,-54 0,-228 0,-54 0,-17 0,-106 0,-52 0,-36 0,-18 0,18 0,0 0,35 0,35 0,18 0,89 0,70 0,-18 0,18 0,-71 0,-53 0,-87 0,-54 0,-35-18,18 18,-1-18,36 1,18-1,70 0,35 18,36 0,-1 0,-69 0,-19 0,-35 0,-17 0,-54 0,1 0,0 0</inkml:trace>
  <inkml:trace contextRef="#ctx0" brushRef="#br0" timeOffset="89500.5537">6756 11606,'-18'18,"0"17,1 53,-1 36,0 123,-34-35,-19 17,0 0,1-17,-1-53,36-18,-18-35,36-36,17-35,0-17,0 0</inkml:trace>
  <inkml:trace contextRef="#ctx0" brushRef="#br0" timeOffset="89986.8774">6809 11430,'17'0,"1"0,35 35,0-17,0 0,0 17,-18-18,-18 19,1-1,0 0,-18 1,0 16,0 1,-18 0,-17 0,0 0,-18-18,35-17,0 17,1-35,-1 0,0 18</inkml:trace>
  <inkml:trace contextRef="#ctx0" brushRef="#br0" timeOffset="90331.6579">7708 11342,'0'0,"-17"17,-1 19,-17 17,-1 17,1 1,-18 35,0 70,0-35,18-17,35-1,-18-35,18 0,18-35,0 0,-18-35,17 0,19-1,-36 1,53-1,-1-17,37 0,34-52,1 16</inkml:trace>
  <inkml:trace contextRef="#ctx0" brushRef="#br0" timeOffset="90676.7139">8396 11377,'-18'35,"1"18,17 0,-53 35,0 1,-18 34,19-17,-19 0,36-18,-18 18,17-36,19-17,-1 0,1-53,17 18,0-1,0-34,52-54</inkml:trace>
  <inkml:trace contextRef="#ctx0" brushRef="#br0" timeOffset="90972.4422">8396 11536,'0'0,"18"35,17 36,0-1,-17 1,0-1,-18 19,35 69,-18-34,-17-54,0 18,0-52,0 17,0 0,0-36,0 1,-17-18</inkml:trace>
  <inkml:trace contextRef="#ctx0" brushRef="#br0" timeOffset="91326.825">8202 12100,'18'0,"-1"-17,1 17,0 0,35 0,-1 0,-16 0,-1 17,0 1,-17-18,-18 18,18-18,17 0,18-53</inkml:trace>
  <inkml:trace contextRef="#ctx0" brushRef="#br0" timeOffset="91646.436">9066 11448,'0'17,"0"36,18 18,-18-18,0 35,0 18,0-18,0 35,0-34,-18-19,18-35,-17 18,-1-17,18-19,-18-17,1 18</inkml:trace>
  <inkml:trace contextRef="#ctx0" brushRef="#br0" timeOffset="92369.2051">8996 11501,'17'0,"1"0,17 0,18 0,-17 17,16 1,1-1,-17 1,-19 17,1-35,-18 18,18 0,-18-1,17 1,-17 0,0 34,-17-34,-1 17,18 1,-53-1,18-17,-18 17,18-17,17-1,0-17,36-17,0 17,34 0,19 0,-36 0,18 17,-17 1,-1 17,-18-17,-17-1,18-17,-18 18,18 0,-18-1,0 19,0-19,-18 18,-17 18,0 0,-18-17,-18-1,36 0,-18-35,35 18,1-18,-1 17,0-17,18 18,-17-18,17-53,35-53,18 36</inkml:trace>
  <inkml:trace contextRef="#ctx0" brushRef="#br0" timeOffset="92823.1462">9578 11395,'18'0,"-1"0,18 17,18 36,0 0,0 0,-18 0,1 18,-19-36,1 35,-18 1,0 0,0 17,-18-18,-17 18,35-17,-18-36,1-17,17 0,-18-1,1-17,-1 0,18 18,-18-18,18 17,-17-17</inkml:trace>
  <inkml:trace contextRef="#ctx0" brushRef="#br0" timeOffset="93330.3664">10372 11871,'17'0,"1"0,-18-18,35 18,-17 0,52 0,-17 0,36 0,-19 0,-35 0,18 0,-35 0,0 0,17 0,-18 0,1 0</inkml:trace>
  <inkml:trace contextRef="#ctx0" brushRef="#br0" timeOffset="93834.0923">10354 12312,'18'0,"-18"-18,17 18,1 0,17 0,53 0,-52 0,17 0,0 0,-1 0,-16 0,17 0,-18 0,0 0,18 18,-18-18,-17 0,17 0,-17 0,-18 18,0-1,0 1,35 17,-17 0</inkml:trace>
  <inkml:trace contextRef="#ctx0" brushRef="#br0" timeOffset="94709.533">11959 12065,'18'0,"-18"-18,-18 1,1-1,17 0,-18-17,-17 18,17-19,18 19,-18-1,-17-17,35 17,-18 18,18-18,-17 18,17-17,-18 17,0 0,1 0,-1 0,1 17,-19 36,36-17,-17 52,-1-18,18 19,0-19,0 18,0-17,0-18,18-36,-1 19,1-36,-18 17,18-17,-18 18,17-18,1-18,-1-17,1 17,35-70,-18 18,36-1,-36 1,-17 17,-18 0,0 0,0 35,0 1,0-1,-18 18</inkml:trace>
  <inkml:trace contextRef="#ctx0" brushRef="#br0" timeOffset="95075.9247">12224 12206,'17'0,"1"0,-18 35,18 18,-1-35,-17 35,0-18,0-17,0-1,0 1,0 0,0-1,-17-17</inkml:trace>
  <inkml:trace contextRef="#ctx0" brushRef="#br0" timeOffset="95658.4999">12982 11659,'-17'18,"-19"0,19 17,-19 18,-17 0,1 17,-1-17,17 0,1 0,17-35,1-1,34-17,1 0,17 18,36-18,17 0,-35 0,35 0,0 0,36 0,-1 18,1-18,-36 17,-35-17,0 0,-36 0,1 0,-18 18,-18-18,1 0,-1 0,-17 0</inkml:trace>
  <inkml:trace contextRef="#ctx0" brushRef="#br0" timeOffset="96118.4287">13353 11589,'-18'53,"18"0,0 35,0 35,0 54,0-36,0 17,-18 1,1-35,17-36,-18-18,18-17,-18 0,18-17,0-19,0 1,0-1,0 1,-17-18,-1 0,18 18</inkml:trace>
  <inkml:trace contextRef="#ctx0" brushRef="#br0" timeOffset="96808.9864">5680 13705,'17'0,"36"0,53 0,123 0,107 36,281 34,247 18,124 36,35-89,71 89,-159-1,-159-123,-53 0,-71 0,-228 0,-124 0,-124 0,-123 0,-71 0,1-18</inkml:trace>
  <inkml:trace contextRef="#ctx0" brushRef="#br0" timeOffset="98052.1945">14887 14975,'0'-35,"0"17,0-52,0-18,18-36,-18-17,35-53,18-70,0-36,0-18,70-105,-34-53,52-159,0 88,-18-35,71-18,-106 18,54-71,-1 177,-88-36,0 124,-1 53,1 35,0 1,-35 69,35-70,-36 71,36 17,0 1,-17 17,16 53,-34 17,0 18,-1 18,-17 0,18 17,0-34,-1 34,-17-17,18-36,17 36,-35 0,18-71,-18 89,0-19,0 37,0-19,0 0,0 1,0-18,0 35,0-35,0-36,0 54,0-19,0 19,18 17,-18 0,0 18,17 17,-17 0,0 1,0-1,0 36,-35 35,0 17,-36 36,-17 18,0 17,-36-18,36-17,-18-18,53 0,0-52,36-36,17 17</inkml:trace>
  <inkml:trace contextRef="#ctx0" brushRef="#br0" timeOffset="99102.3515">16775 2875,'17'0,"18"18,36 17,0-17,34 17,-16 18,-1-18,-18 0,-52-17,17 0,-17-1,0 1</inkml:trace>
  <inkml:trace contextRef="#ctx0" brushRef="#br0" timeOffset="100059.75">18874 1587,'17'0,"1"0,17 0,0 0,1 0,17 18,17 0,-17-18,-18 0,36 17,-1-17,-34 0,-1 0,0 18,1-18,-19 0,19 0,-19 0</inkml:trace>
  <inkml:trace contextRef="#ctx0" brushRef="#br0" timeOffset="100606.3773">18962 2064,'17'0,"19"0,17 0,17 0,1 0,-18 0,17 0,36 0,-53 0,0 0,-35 0,-18 17,0 1</inkml:trace>
  <inkml:trace contextRef="#ctx0" brushRef="#br0" timeOffset="101020.6904">19791 1464,'0'35,"17"53,-17 1,0-1,0 0,0 18,0-18,0-35,0 18,0-19,0-34</inkml:trace>
  <inkml:trace contextRef="#ctx0" brushRef="#br0" timeOffset="101420.9728">20091 1817,'17'0,"1"0,0 0,35 0,35 17,-18-17,-17 18,0-18,0 0,-18 0,-17 0,0 18</inkml:trace>
  <inkml:trace contextRef="#ctx0" brushRef="#br0" timeOffset="102100.4105">21749 1834,'0'-17,"-18"17,18-35,-35-1,17 19,1-19,-1-17,0 36,1-1,17 0,-18 18,0-17,1-1,-19 1,1 17,18 0,-19 0,1 0,0 17,-1 36,1 18,35 52,0-17,0 0,0-18,0-17,0-19,18-16,-18-19,17 1,1-18,0-18,-1 1,19-19,-1 1,-35-18,53 0,-18 18,-17-18,-1 18,1 0,-18 17,-18 18</inkml:trace>
  <inkml:trace contextRef="#ctx0" brushRef="#br0" timeOffset="102485.0476">22172 2046,'18'0,"17"35,0 36,1-1,-19-17,1 0,-1 0,-17-35,0 0,0-1,0 1,-17-1,17 1,35-18</inkml:trace>
  <inkml:trace contextRef="#ctx0" brushRef="#br0" timeOffset="103066.0959">22895 1341,'0'0,"-17"35,-1 18,-17 17,17 1,-17-1,0 19,-1-1,1-53,0 36,35-36,-18-17,71-18,88 0,88 0,18 0,-53 0,18 35,-36-35,-34 0,-72 0,-52 0,-36 0,0 0,-17 0,-18-35</inkml:trace>
  <inkml:trace contextRef="#ctx0" brushRef="#br0" timeOffset="103393.8639">23654 1446,'0'89,"0"-1,35 18,-35-18,0 35,0 1,-18-36,18 35,0-52,0-18,0 0,-17 0,17-36,0 19,0-1,-36 0,19 0,-18 36</inkml:trace>
  <inkml:trace contextRef="#ctx0" brushRef="#br0" timeOffset="104006.4466">19191 4357,'71'-18,"-18"1,-18 17,-18 0,1 0,17 0,1 0,-1 0,-17 0,-1 0,1 0,0 0,17 0,-18 0,19 0,17 0,-18 35,-17 18</inkml:trace>
  <inkml:trace contextRef="#ctx0" brushRef="#br0" timeOffset="104319.3447">19315 4780,'17'-18,"36"18,0 0,-18 0,18 0,0 0,-35 0,17 0,-17 0,-1 0,1 0,17 0</inkml:trace>
  <inkml:trace contextRef="#ctx0" brushRef="#br0" timeOffset="104936.157">20814 4145,'0'0,"-18"-18,-17 1,0-1,17 1,-17-1,-18 18,35-18,1 18,-1 0,0 0,1 36,-1 16,0 1,1 53,17-18,-18 1,18 16,0-52,0 0,0-17,18-36,-1 17,1 1,0-36,17 1,0-36,0-53,1 71,17-36,-18-17,-17 53,-18-1,0 1,0 17,0 1,-18 17,0 0,18 35</inkml:trace>
  <inkml:trace contextRef="#ctx0" brushRef="#br0" timeOffset="105273.8279">21043 4516,'18'0,"-1"35,-17 0,18 0,0-17,-18 0,0-1,17-17,-17 18,-17-18</inkml:trace>
  <inkml:trace contextRef="#ctx0" brushRef="#br0" timeOffset="106025.1541">22278 3739,'-35'53,"-36"53,36-35,0-1,-1 36,19 18,-19-36,19 18,17-18,0-18,0 19,0-37,0 1,0 0,17-17,1-36,-18 17,18-17,-18 18,17-18,1 0,0 0,17 0,18-18,-18-35,-35 18,18-18,-18 35,0-17,0 0,0 17,0-17,-18 17,18 1,-18-1,1 18,-1 0,18-18,-18 18,18-17,-17 17,-1 0,1 0,-19 0,36 17,-17-17,-1 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51:43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2452 1147,'17'0,"1"0,17 0,-17 0,17 0,36 0,-54 0,19 0,-19 0,19 0,-19 0,1 0,0 0,-1 0,18 0,-17 0,0 0,17 0,0 0,1 0,-1 0</inkml:trace>
  <inkml:trace contextRef="#ctx0" brushRef="#br0" timeOffset="729.7902">2681 1182,'0'0,"0"35,0 0,0-17,0 17,0 1,0 16,0 19,0 17,18-17,-18-1,0 19,0-37,0 72,0-36,0 0,0 36,-18-54,0 54,1-36,-1 18,1-36,17-17,-18-17,18-1</inkml:trace>
  <inkml:trace contextRef="#ctx0" brushRef="#br0" timeOffset="1293.4815">2840 1993,'0'-17,"17"17,1 0,-18-18,18 18,-1 0,19 0,-1 0,18 0,-18 0,-17 0,-1 0,1 0,-18 18,18-18,-1 0</inkml:trace>
  <inkml:trace contextRef="#ctx0" brushRef="#br0" timeOffset="1830.0311">3422 1552,'-35'0,"-18"0,35 0,-17 35,0-17,-18 17,53-17,-36 0,19 17,-1 0,0 1,18-1,0 18,18-18,17 0,-17 18,17-18,1 18,16-17,19 34,-18-35,-18-17,0 17,1-17,-19 0,1-18,0 0,-1 0,1 0</inkml:trace>
  <inkml:trace contextRef="#ctx0" brushRef="#br0" timeOffset="2524.29">3881 1799,'17'0,"1"0,-1 0,19 0,17 18,-18-18,-17 17,-1 1,1-18,-18 18,17-1,-17 1,0 0,0-1,0 1,0 0,-35-1,35 1,-17-18,-19 17,36 1,-17-18,34 0,1 0,0-18,17 18,0 0,0 18,-17-18,0 0,-1 0,1 0</inkml:trace>
  <inkml:trace contextRef="#ctx0" brushRef="#br0" timeOffset="2992.6345">4392 1199,'35'18,"18"53,35 34,-35-16,0-19,0 1,-18-18,-17 0,17 0,-35-18,0 35,0-17,0 18,0 17,-35-53,17 36,-17-1,18-17,-19-17,36-1,-17-35,-1 35,0-35,1 0</inkml:trace>
  <inkml:trace contextRef="#ctx0" brushRef="#br0" timeOffset="3531.8339">5327 1711,'18'0,"17"0,35 0,-17 0,0 0,18 18,-1-18,19 17,-54-17,-18 18,1-18,0 0,-18 18</inkml:trace>
  <inkml:trace contextRef="#ctx0" brushRef="#br0" timeOffset="4120.1887">5468 1993,'18'0,"-1"0,36 0,-35 0,35 0,17 0,-34 0,17 0,-36 0,18 0,18 0,-35 0,17 0,-17 0</inkml:trace>
  <inkml:trace contextRef="#ctx0" brushRef="#br0" timeOffset="4628.514">6597 1182,'0'35,"-18"18,18-18,-17 36,17 17,-18 35,0 1,18-1,-35 1,17-1,1 1,-1-54,18 19,-17-19,-1 36,0-53,-17 0,35 0,0-18,0-17</inkml:trace>
  <inkml:trace contextRef="#ctx0" brushRef="#br0" timeOffset="5232.526">6456 1041,'17'0,"1"0,0 0,17 0,36 0,-1 17,-17 1,0 0,0-1,0 19,-36-19,1 18,0-35,-1 18,-17 0,0-1,0 1,0 0,0 17,0 0,0 0,-35 1,0 17,-18-18,0 0,0 18,18-35,-1-1,19-17,17 18</inkml:trace>
  <inkml:trace contextRef="#ctx0" brushRef="#br0" timeOffset="5873.1406">7585 600,'0'-18,"-18"18,0 0,-17 18,0 17,-18-35,0 35,-18 18,19-18,-1 18,35-17,0-1,1-35,17 18,0 17,0-18,35 19,-17 17,17-18,-17-17,34 17,-34-17,0 17,-1-35,1 35,-18-17,18-1,-1 19,1-1,-18 0,0 0,0 1,0 34,-35-17,-1 0,1 0,-18 0,18-35,0-1,-18 19,35-19,0-17,1 0</inkml:trace>
  <inkml:trace contextRef="#ctx0" brushRef="#br0" timeOffset="6290.1792">7161 1782,'0'17,"0"1,0-1,0 36,0 0,0 18,0 17,0 0,0 36,0 17,0-18,0 1,0-1,0-35,0 1,0-36,0-18,18 0,-18-17,18-1,-18-87</inkml:trace>
  <inkml:trace contextRef="#ctx0" brushRef="#br0" timeOffset="6932.0531">7973 1164,'35'18,"0"70,1 18,34 105,-17-87,-18-1,-17 1,-18-1,18-17,-1-35,-17 17,18-17,0-36,-1 18,-17-18,18-17,-18-1,17 1,-17 0,-17-18,17 17,-18-52</inkml:trace>
  <inkml:trace contextRef="#ctx0" brushRef="#br0" timeOffset="7321.7465">8449 1376,'-18'17,"18"19,-17-19,-1 19,0 17,-17-18,-18 18,18-18,0 18,-1-18,1 1,0-19,17 1,1-18,17 17,-18-17,0 18,1-18,17 18</inkml:trace>
  <inkml:trace contextRef="#ctx0" brushRef="#br0" timeOffset="7958.9904">9260 1587,'-35'0,"0"18,0 0,-36-1,0 19,-34-1,-19 18,54-18,17-17,0-1,35 1,36-18,-1 0,1 18,35-1,0 19,0-19,-18 1,18 0,18 17,-1 0,1 18,-36-53,18 18,-53-1,-18 1</inkml:trace>
  <inkml:trace contextRef="#ctx0" brushRef="#br0" timeOffset="8337.3645">8520 2170,'17'0,"1"0,35 0,-18 35,36 0,-18 0,52 1,-34-1,-36 0,18 1,-18-19,1 1,-19-18,54-18</inkml:trace>
  <inkml:trace contextRef="#ctx0" brushRef="#br0" timeOffset="9093.0276">9790 1746,'17'-17,"1"17,52 35,-17 0,0-35,-35 35,0-35,17 36,-18-36,1 17,-18 1,18-18,-18 18,0 17,0 0,-18 0,0-17,-17 17,-35 1,17-19,17 1,36 0,-17-18,34 0,1 0,0 0,17 0,0 0,18 0,-35 0,-1 0,1 0,0 0,-36 0,0 0,18-18</inkml:trace>
  <inkml:trace contextRef="#ctx0" brushRef="#br0" timeOffset="9884.8848">10142 758,'18'0,"0"0,-1 0,36 0,0 0,35 36,-35-19,-18 19,-17-19,17-17,-35 18,18-18,-18 18,0-1,0 1,0 17,0-17,0 17,-35 18,-1 0,-34 17,17 1,-35 17,35-35,0 0,18-18,17 1,18-19,0 1,35-18,1 0,-19 0,1 17,17 1,0 0,1-1,-1 1,18-18,-18 0,18 0,18 0,-18 0,-36 0,1 0,0 0,-36 18,0-18,1 0,-1 0</inkml:trace>
  <inkml:trace contextRef="#ctx0" brushRef="#br0" timeOffset="10322.0055">10566 1852,'0'18,"0"35,0 17,0-17,0 0,0 18,0-1,17 18,-17 36,18-54,0 1,-1-1,1-34,0 17,-18-18,0 0,17 0,-17 18,0-35,0 17,0 1,0-19,0 1,-17-18</inkml:trace>
  <inkml:trace contextRef="#ctx0" brushRef="#br0" timeOffset="12514.9922">5256 3969,'18'0,"17"0,1 0,-19 0,36 0,-35 0,35 0,0 0,-36 0,19 0,-1 0,-18 0,1 0</inkml:trace>
  <inkml:trace contextRef="#ctx0" brushRef="#br0" timeOffset="13610.666">5274 4392,'35'0,"1"0,16 0,1 0,-35 0,35 0,-35 0,17 18,0-18,-17 0,-1 0,1 0,0 0,-1 0,1 0</inkml:trace>
  <inkml:trace contextRef="#ctx0" brushRef="#br0" timeOffset="15058.6108">6315 3792,'0'36,"0"52,0-18,0 36,17 18,1-1,-18 1,0-19,0 1,0 0,0 0,-18-18,18-17,-17 17,17-18,-18 1,18-36,0-17,0 17</inkml:trace>
  <inkml:trace contextRef="#ctx0" brushRef="#br0" timeOffset="15638.4616">6385 3775,'18'0,"0"-18,-1 18,18 0,18 0,-17 18,17-1,-1 1,1 0,-35-1,0 1,17 17,-35 0,18 18,-1 18,-17 17,0-35,0 0,-17-18,-19 18,19-35,-19-1,36 1,0 0,-17-18,-1 0</inkml:trace>
  <inkml:trace contextRef="#ctx0" brushRef="#br0" timeOffset="16526.6056">7585 3193,'-36'0,"19"0,-18 17,-1 1,1 17,17 0,-17 18,17-17,18-1,0 0,0-17,0 17,18 0,17-17,1 35,-1-18,0-17,-35 17,18-17,-18-1,0 19,0-19,0 1,0 17,0 1,-18 16,18-16,-35 17,17-53,1 35,-1-35,18 18,18-1,-1 36,19 0,-19 0,1-18,-1 36,-17 17,18 18,-18-18,0 0,0 36,0-54,-35 18,35-17,0 0,-18-36,18 18,-17-18,17-17,0-1,0-70</inkml:trace>
  <inkml:trace contextRef="#ctx0" brushRef="#br0" timeOffset="17102.4483">7691 3951,'17'0,"1"0,35 35,17 54,-17-19,0 1,18 35,-36-36,-17-17,17 0,-17-18,-1-35,1 35</inkml:trace>
  <inkml:trace contextRef="#ctx0" brushRef="#br0" timeOffset="17478.6293">8132 3898,'0'0,"-36"53,1 0,-18 18,18-19,-36 54,-35 18,36-36,35-53,-1 18,19-18,-1-17</inkml:trace>
  <inkml:trace contextRef="#ctx0" brushRef="#br0" timeOffset="18176.66">8378 4110,'18'0,"17"0,1 0,17 0,-1 0,-34 0,35 0,-18 0,1 0,-1 0,-17 0</inkml:trace>
  <inkml:trace contextRef="#ctx0" brushRef="#br0" timeOffset="18600.7152">8290 4410,'18'0,"35"0,-18 0,36 0,-1 0,-17 0,-18 0,1 0,-19 0,1 0,17 17</inkml:trace>
  <inkml:trace contextRef="#ctx0" brushRef="#br0" timeOffset="19255.8342">9084 4022,'0'53,"-18"17,1 1,-1-1,18-34,-18 16,18 1,0-35,0 0,0-1,18-17,0 0,-1 0,19 0,-19 0,19 0,-1 0,0-17,18-36,0 0,0 0,-18 0,0 0,-35 35,0-17,0 17,0 1,-17-1,-18 1,17 17,0-18,1 0,-1 18,0 0,1 0,-1 0,-17 0,-1 0,19 0,-18 0,17 0,0 0,1 0,-1 0,18 18</inkml:trace>
  <inkml:trace contextRef="#ctx0" brushRef="#br0" timeOffset="19936.8338">9596 3263,'17'0,"1"0,-1 0,19 0,-1 18,0-18,18 35,18 18,17-18,-17 36,-36-54,-18-17,-17 36,18-36,-18 17,0 1,0 0,0-1,-18 19,18-1,-35 0,18 0,-19 1,-17-1,0 18,53-18,-35-35,35 18,0-1,0 1,18-18,17 0,-35 18,35-1,18 1,-17 0,16-18,1 0,0 0,0 0,88 0,0 0,18 0,-35 0,17 0,-71 0,-34 0</inkml:trace>
  <inkml:trace contextRef="#ctx0" brushRef="#br0" timeOffset="20384.7546">10477 4322,'0'0,"0"52,0-16,0 34,0 18,0-17,0 17,0-35,0 35,-17-17,-1 35,1-36,17-17,-18 0,18-18,0-17,-18-18,18 18,0-1,-17-17,-1 0</inkml:trace>
  <inkml:trace contextRef="#ctx0" brushRef="#br0" timeOffset="20839.3402">11289 4198,'18'-18,"17"18,18 0,17 18,36 0,0-18,17 17,1 1,-1-18,-52 0,-36 0,-17 0,-36 0,1 18,-1-18,18 17,-35-17</inkml:trace>
  <inkml:trace contextRef="#ctx0" brushRef="#br0" timeOffset="21166.8872">11765 3810,'0'0,"18"71,-1-19,1 19,-18 17,0-17,0-1,-18 1,18-18,-17-18,-1 18,0 0,18 0,-17-18,17-17,0-1,-18-17,36 0,17 0</inkml:trace>
  <inkml:trace contextRef="#ctx0" brushRef="#br0" timeOffset="21519.5899">12806 3792,'0'71,"0"-1,0 36,0 18,0-1,0-17,0 18,0-1,-18 0,1-34,-1-19,18 1,-18-36,1 0,17-17,0 0,-18-18,-17-53</inkml:trace>
  <inkml:trace contextRef="#ctx0" brushRef="#br0" timeOffset="22005.7966">12806 3581,'35'0,"-17"0,35 17,0 19,-36-36,18 17,18 19,-35-19,-18 1,35-1,-17 19,0-1,-18 18,0-35,0 34,0 1,0 0,-53-17,17 16,1-16,-18-1,18 0,17-17,1 0,-1-18,0 0,1 0,17-53</inkml:trace>
  <inkml:trace contextRef="#ctx0" brushRef="#br0" timeOffset="22783.3758">13935 3069,'0'0,"-53"35,18 1,-36-1,0 0,-17 18,71-35,-19 17,19-17,-1-1,18 1,0 0,18-1,-18 19,35-19,0 18,18 18,-18 0,1 0,-19-35,19 17,-19 0,1 1,-18-1,0-17,0-1,-18 36,1 0,-36-35,0 17,17 18,1-35,-18 17,18-35,35 17,18-17,17 18,-17 35,-1 0,18 18,-17-1,-18 18,18 36,-18-36,0 0,0-17,0 17,0-35,0 0,0-18,0-17,-18-18,0 0,1 0,17-18,53-53</inkml:trace>
  <inkml:trace contextRef="#ctx0" brushRef="#br0" timeOffset="23218.1024">14411 3775,'18'17,"17"54,35 70,1-53,-18 18,17 0,-34 0,-1-36,0-17,-17-18,0 18,-18-35,0 0,0-1,0 1,0 0</inkml:trace>
  <inkml:trace contextRef="#ctx0" brushRef="#br0" timeOffset="23518.0898">14993 3775,'0'17,"-18"1,-17 17,-18 18,-17 0,17 35,0-35,18-18,-1 18,19-17,-19-19,36 1,0 0,-17-18,-1 17,18 1,0 35,35-18</inkml:trace>
  <inkml:trace contextRef="#ctx0" brushRef="#br0" timeOffset="23938.5356">15222 3986,'18'-17,"0"17,-1 0,19 0,16 0,-16 0,34 17,-17 1,0-18,-35 0,-1 18,1-18,0 0,-1 0</inkml:trace>
  <inkml:trace contextRef="#ctx0" brushRef="#br0" timeOffset="24325.3508">15187 4269,'0'-18,"18"18,-1 0,19 0,-19 0,1 0,35 0,-18 0,18 0,18 0,17 0,-18 0,-17 0,18 0,-36 0,-17 0</inkml:trace>
  <inkml:trace contextRef="#ctx0" brushRef="#br0" timeOffset="24685.3263">16122 3828,'18'17,"-18"54,0 17,0-17,0 52,0-35,0-17,0 17,0-17,0-19,0-16,0-19,0 1,-18-18,0 18,18-1,0-52,18-53,52 17,-34 1,-1-36</inkml:trace>
  <inkml:trace contextRef="#ctx0" brushRef="#br0" timeOffset="25222.4171">16351 3246,'18'0,"0"0,-1 0,18 0,-17 0,35 0,0 17,0 1,0 17,35 0,-70-35,17 18,-18-18,-17 18,0-1,0 36,-17-35,-1 17,18 0,-35 1,17-19,1 19,-1-19,18 1,18-18,-1 0,19 18,-1 17,0-18,18 1,0-18,-35 0,17 0,-17 0</inkml:trace>
  <inkml:trace contextRef="#ctx0" brushRef="#br0" timeOffset="25552.8757">16880 3845,'0'36,"0"34,0-17,0 18,0 34,0 19,0-1,0 1,0-54,0 1,0-1,0-17,0-17,0-19,-17 1,17 0,-18-18,0 0,18 17,-17-17,17-17</inkml:trace>
  <inkml:trace contextRef="#ctx0" brushRef="#br0" timeOffset="25920.5785">17498 3810,'17'0,"1"0,53 18,52-1,18 36,-17-35,-19-18,-34 17,0-17,-36 0,-17 0,-18 18</inkml:trace>
  <inkml:trace contextRef="#ctx0" brushRef="#br0" timeOffset="26249.2489">18133 3545,'0'0,"17"71,1 0,-18 17,18 35,-18 1,-18-54,-35 18,35-17,-17 0,18-1,-1-17,18 0,-18-18,18-17,-17-18,-1 17,18 1,0-36</inkml:trace>
  <inkml:trace contextRef="#ctx0" brushRef="#br0" timeOffset="26641.6088">18927 3616,'0'0,"0"88,17 36,1-1,-18 18,0 0,0-17,0-1,0 1,0-1,0-70,0 53,-18-71,1 18,17 0,0-35,-18-18,18 17,-18-17,1 18,-1-36,0-70,-17-71</inkml:trace>
  <inkml:trace contextRef="#ctx0" brushRef="#br0" timeOffset="27053.7549">18803 3510,'18'0,"52"18,54 35,-54-36,-17 19,-18-36,1 17,-36 19,0-19,17 1,1 17,-18 18,0-18,0 18,0 0,-35-35,17 35,-17-18,17 18,-17-36,-18 1,18 0,17-1,0-17,18 18,-17-18</inkml:trace>
  <inkml:trace contextRef="#ctx0" brushRef="#br0" timeOffset="27847.0423">19985 2558,'-18'17,"18"1,-17 17,-19 0,19 36,-36 0,17-1,19 1,-1-1,1 1,17-54,0 36,35-17,-35-19,35-17,-17 36,-18-19,17-17,-17 18,0-1,18 1,-18 0,0 17,0 0,0 18,-18 35,-52 18,17 0,-35 0,17-53,18-18,36-17,17-1,-18-17,18 53,18-17,-1 34,1 1,0-1,-1 18,1 18,-18-18,17 1,-17 34,18-17,0-18,17 0,-35-17,0-18,0-36,0 1,0 0,0-1,-18 1,1-18,17-53,35-53</inkml:trace>
  <inkml:trace contextRef="#ctx0" brushRef="#br0" timeOffset="28247.6758">20373 3722,'18'0,"17"0,35 106,1 17,17 18,-35-17,0-1,-18 18,-17-88,-18 18,18-18,-18-36,0 1,0 0,0-1,-18 1,0-18</inkml:trace>
  <inkml:trace contextRef="#ctx0" brushRef="#br0" timeOffset="28529.2976">20708 3792,'-18'36,"-17"17,-71 17,36 1,-36 17,0 0,0 0,18-35,53-18,17 1,0-36,1 0,17 35,0-17</inkml:trace>
  <inkml:trace contextRef="#ctx0" brushRef="#br0" timeOffset="28887.6838">20884 3916,'18'-18,"0"1,-1 17,1 0,17 0,18 0,-35 0,35 17,-18-17,-17 0,17 0,-17 0,-1 0,-34 18</inkml:trace>
  <inkml:trace contextRef="#ctx0" brushRef="#br0" timeOffset="29265.0698">21043 4039,'18'-17,"-1"17,1 0,0 0,17 0,0 0,1 0,-1 0,-18 0,1 0,0 0,-1 0,1 17,-18 1,0 0</inkml:trace>
  <inkml:trace contextRef="#ctx0" brushRef="#br0" timeOffset="29865.543">21431 3687,'36'0,"34"0,-35 17,18 1,0 17,-18-17,-17 17,17-17,-17-1,-18 1,0 0,18-1,-18 1,0 17,0-17,-36 35,-17-18,1 0,16 0,-17-17,18 17,-18-17,36 0,17-1,17-17,1 0,-1 0,1 0,53 36,-1-36,1 17,52 1,-52 0,-1-18,-52 17,-36-17,1 0,17 18</inkml:trace>
  <inkml:trace contextRef="#ctx0" brushRef="#br0" timeOffset="30438.2934">22401 2716,'18'0,"0"0,17 0,35 36,-17 17,0-36,-35 18,-18-17,18 0,-18-1,0 19,0 17,0 0,-18-18,-17 35,-1 1,1-18,17-18,1 0,17-17,0 0,0-1,17-17,1 18,0-18,-1 0,1 18,17-1,1 1,-19-18,19 17,-1-17,18 0,-18 0,36 0,-1 0,1 0,-54 0,1-17</inkml:trace>
  <inkml:trace contextRef="#ctx0" brushRef="#br0" timeOffset="30909.6828">22895 3757,'0'0,"0"71,0 17,0 35,18 1,-18-36,18 0,-1 18,1-35,-18 17,17-53,-17 36,0-19,18 1,-18 0,18 0,-18-17,0-19,0 18,0 1,0-19,0 19,-18-36,18 35,0-17,-53 34,-17 37,17-19,-53 18</inkml:trace>
  <inkml:trace contextRef="#ctx0" brushRef="#br0" timeOffset="31959.1684">5292 6350,'17'0,"1"0,17 0,0 0,18 0,18 0,35 0,17 0,18 0,-17 0,-1 0,-52 0,-18 0,-18 0,-17 0</inkml:trace>
  <inkml:trace contextRef="#ctx0" brushRef="#br0" timeOffset="32568.8009">5609 6809,'18'17,"17"-17,36 18,-1-18,1 18,-1-18,1 17,-54 1,19-18,-19 0</inkml:trace>
  <inkml:trace contextRef="#ctx0" brushRef="#br0" timeOffset="34972.8373">7408 6544,'0'0,"0"-18,0 1,-35-19,17 1,-17 18,17-19,1 36,-18-35,17 35,0-18,1 18,-1 0,18 18,-35 0,17 17,-17 18,17 0,1 0,17 17,0-17,17 18,1-36,17 18,0-35,1 17,-36-18,17-17,1 0,0 0,17 0,-18 0,19-17,17-18,0-1,0-17,-18 0,18-17,-36 17,-17 18,0-1,0 1,0 17,0 1,0-1,-17 18</inkml:trace>
  <inkml:trace contextRef="#ctx0" brushRef="#br0" timeOffset="35341.1275">7849 6685,'18'0,"0"53,17-18,0 18,-17-17,-1-1,1 0,-18-17,0-1,0 1,0 0</inkml:trace>
  <inkml:trace contextRef="#ctx0" brushRef="#br0" timeOffset="36546.2016">9172 6332,'18'-17,"-1"-19,-17 1,18-18,0 36,-1-19,-17 19,18 17,-18-18,0 0,0 1,-18 17,18-18,-17 0,-19 18,19-35,-1 35,-35-17,18 17,-36-18,19 18,-1 0,-36 0,-16 0,34 18,53-1,-17 1,0 17,35-17,0-1,0 36,17 0,19-17,17 16,-18-16,53 34,-17-17,-1 0,-17-18,18 1,-18-19,-18 19,0-19,-17 1,17-1,0 19,-17-1,-18-17,18 35,-1-18,1 18,-18-18,0 0,0 1,-18-19,18 19,-35-1,17-18,1 1,-36-18,18 18,-1-1,1-17,0 0,17-17,-17-1,0 0,17 1,-17-18,-1-1,19 1,17 0,-18-1,18 1,0 18,0-19,18 1,-1 0,1-1,0 1,-1 17,-17 1,18-18,17 17,-17 0,17 1,-17-1,17 18,0-18,1 1,-19 17,1-18,-18 0,17 18,1 0,0 0,-1 0,1 0,0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52:53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 1446,'0'-17,"18"17,-1 0,-34 0,-1-18,-53 0,18 18,18 0,-18 0,18 0,0 0,-1 0,1 0,18 36,-1-19,0 19,-17-1,17 0,1 18,-1 0,0-18,1 36,17-18,0-18,0 36,0-18,0-1,0-16,0 34,0 1,17 17,19 18,-36-18,0 0,0 0,-18 36,0-54,-17 36,18-70,-19 34,19-17,-19 0,36-18,-35-17,17 0,18-1,-17 1,-1-18,0 0</inkml:trace>
  <inkml:trace contextRef="#ctx0" brushRef="#br0" timeOffset="601.9191">1887 3334,'18'0,"0"0,-1 0,1 0,0 0,34 17,1-17,-35 0,17 0,-17 0,-18 18,18-18</inkml:trace>
  <inkml:trace contextRef="#ctx0" brushRef="#br0" timeOffset="1387.5041">2364 3228,'0'35,"17"0,-17 18,18-17,-18-19,0 36,0-18,18-35,-18 18,17 0,1-18,-1 0,1 0,-18-18,35-17,-17 0,17-1,-17 19,35-19,-36 36,19-17,-19 17,1 0,17 0,1 17,-19 1,18 0,1 17,-1-17,-35-1,0 1,0-1,0 1,0 0,0-1,0 1,-18-18,18 18,-17-18,-1 0,0 0,-17 0,-18 0,-17-36,-1 19,36-19,-18-16,0 16,18 19,17-36,1 17,17 19,0-18,0 17,0 0,17 1,1-1,-1-17,54-36</inkml:trace>
  <inkml:trace contextRef="#ctx0" brushRef="#br0" timeOffset="1834.201">2240 1958,'18'0,"-1"0,1 0,0 0,-1 0,19 0,-19 0,1 0,0 0</inkml:trace>
  <inkml:trace contextRef="#ctx0" brushRef="#br0" timeOffset="2129.4187">2399 1923,'0'35,"0"18,0 0,0-18,0 0,0 1,0-19,0 18,0-17,0 0,0-1</inkml:trace>
  <inkml:trace contextRef="#ctx0" brushRef="#br0" timeOffset="2880.35">2575 1764,'18'35,"0"18,-1-18,1 18,-18-17,17-19,1 18,-18-17,0 0,18-18,17 0,-35-18,53-17,0-18,-18 0,0 0,54 18,-54 17,18 1,-36-1,1 18,0 18,-1-1,19 1,-19-18,-17 35,18-17,-18 17,0-17,-18-18,1 0,-19 17,1-17,0 0,17 0,1-17,-19-19,1 1,0 0,17 0,-17-18,17 0,-17 0,17 35,1-17,-1 17,18 1,-18 17</inkml:trace>
  <inkml:trace contextRef="#ctx0" brushRef="#br0" timeOffset="3623.801">4463 1482,'0'0,"-18"-18,-35 0,18-17,0 17,-1 1,1 17,-36-18,18 1,1 17,16 0,-17 0,-17 17,-1 54,1-36,-18 36,52-19,1 37,17 17,1-18,17 35,0 1,0-54,17 18,1 36,0-54,-1 19,-17-19,18 18,-18-17,0 17,0 36,0-54,-35 1,17-18,-17 0,17-1,0 1,-17-17,0-36,35 17</inkml:trace>
  <inkml:trace contextRef="#ctx0" brushRef="#br0" timeOffset="3961.776">3581 3246,'17'0,"1"0,17 0,18 17,-18-17,36 18,-18-18,-35 0,17 0,-18 0</inkml:trace>
  <inkml:trace contextRef="#ctx0" brushRef="#br0" timeOffset="4596.087">4145 3175,'0'0,"35"18,18 52,18 18,52 53,-52-35,-1-35,-17-1,-17-17,-1-17,-35-19,18-17,-18 36,35-89,53-88,-35 35,18 0,-36 35,0 36,0 17,1 1,-19 17,1 0,70 35,-17 36,17-19,-53 1,-35-35,18 17,-18-17,0 0,0-1,-18 1,-35 0,0-1,-17-17,17 0,0 0,18 0,-18-17,17-19,1-17,-18 18,53-18,-35 18,35-18,0-18,0 18,0 1,0-1,18 0,-1 35,-17-17,0 0,0 17,-17-35,-19-18,-70-87</inkml:trace>
  <inkml:trace contextRef="#ctx0" brushRef="#br0" timeOffset="4923.8256">4445 1852,'18'0,"-1"0,19-18,16 1,72-1,-36 1,36-1,-36-17,18 35,-89 0</inkml:trace>
  <inkml:trace contextRef="#ctx0" brushRef="#br0" timeOffset="5214.4806">4745 1711,'0'0,"0"53,0 17,17 1,1 0,-18-36,0 35,18-34,-18-19,0 1,35-36,0-17</inkml:trace>
  <inkml:trace contextRef="#ctx0" brushRef="#br0" timeOffset="5876.3072">5062 1552,'0'18,"18"17,17 18,-35-18,18 1,0 17,-1-36,-17 18,18-35,-18 18,17-53,-17 0,36-18,-1 0,0 0,18 35,0 0,0 18,35 0,-35 18,18 17,-36-17,0 17,-17-17,0 17,-1-35,-17 18,18 0,-18 17,0 0,-35-17,17 17,0 0,1-17,-1-18,0 0,1 0,17 18,-36-36,1-88,0 0,17 36,18 34,-17-34,17 17,0 35,-18-17,18 17,0 1,-18 17,18 35</inkml:trace>
  <inkml:trace contextRef="#ctx0" brushRef="#br0" timeOffset="6501.5062">7126 1940,'0'-17,"0"-1,0-17,0-1,0-34,-18 17,-17 0,18 35,17 1,-18-1,0 0,1 18,-19 0,-17 0,18 0,-18 18,0 17,0 18,18 18,0 35,17 35,18 18,0-18,0 35,0-17,0-36,0-17,0 53,0-18,-17-18,-19 1,19-18,-19 0,19-53,-19-1,36 1,-17-17,-1-36,-52-36</inkml:trace>
  <inkml:trace contextRef="#ctx0" brushRef="#br0" timeOffset="6835.8595">6085 2752,'0'0,"36"0,-19 0,1 0,0 0,35 0,-1 17,1-17,0 18,0 0,-18-18,1 17,-19-17,-17 18,18-1,0-17,-1 0,19 0</inkml:trace>
  <inkml:trace contextRef="#ctx0" brushRef="#br0" timeOffset="7124.7171">7126 2505,'-18'0,"1"17,-1 19,1-1,17 35,0 19,0 16,17 19,1-71,-1 17,1-34,-18-1,18-17,17-1,-17-17,-18 18,17-18,54-35</inkml:trace>
  <inkml:trace contextRef="#ctx0" brushRef="#br0" timeOffset="7508.5893">7426 2505,'18'0,"-1"0,1 0,17 17,18 1,0 0,-18 17,1-17,-19-1,-17 1,18-18,-1 35,-17 0,0 36,0-1,-35-17,0 18,0-18,-18-35,35 17,0-18,1-17,-1 0,18-17,88-71</inkml:trace>
  <inkml:trace contextRef="#ctx0" brushRef="#br0" timeOffset="7798.9313">8114 2575,'-35'0,"17"0,0 36,1-1,-19 0,1 18,17 0,1 0,17-36,0 19,0-19,17-17,-17 18,18-18,0 0,17 0</inkml:trace>
  <inkml:trace contextRef="#ctx0" brushRef="#br0" timeOffset="8040.6722">8273 2840,'0'0,"17"17,-17 1,18 17,-18 1,0-19,0 1,18-18,-1-18,54-52</inkml:trace>
  <inkml:trace contextRef="#ctx0" brushRef="#br0" timeOffset="8577.101">9243 2346,'0'18,"0"-1,0 36,0 0,0 0,0-35,0 17,0-17,0 17,0-18,35-52,-17 0,17-18,0 0,-35 35,18 18,35 53,0 53,0 18,-36-1,1 36,-18-53,0 17,-18 1,-17-19,17-34,-35-18,18-18,0-35,17 0,18 18,-17 0,-19-1,-17-17,-17-70,-1-124,54-18,17 18,0-71,-18 18</inkml:trace>
  <inkml:trace contextRef="#ctx0" brushRef="#br0" timeOffset="8926.7521">9243 1905,'53'71,"35"17,0 18,-17-1,17 1,-35-35,-36-1,19-17,-19-17,1 16,-18 1,0 0,0 0,0 0,-18 18,1-18,-19-18,36 0,-17 0,-1-17,0-18,1 0,-18 0</inkml:trace>
  <inkml:trace contextRef="#ctx0" brushRef="#br0" timeOffset="9732.4596">10583 2611,'-17'-18,"-19"0,-17-35,18 18,-18 0,18 17,17 18,-17-17,0 17,17 0,-17 0,0 0,-1 35,1 0,0 36,35-1,17 36,19 0,34 0,-17-53,-18-18,18-17,-17-1,-1-17,-17 0,-1 0,-17 18,18-18,-1-18,36-35,18-35,-18-53,17 17,-34-34,-1 70,-17-36,-18 1,-36-71,1 123,17 36,1-1,-1 19,1 17,-1 0,18 17,18 125,34 104,-34-34,-18-35,35 17,-35-71,0-35,0-17,0-36,0-17,0-1,18-17,-18-53,71-52</inkml:trace>
  <inkml:trace contextRef="#ctx0" brushRef="#br0" timeOffset="10039.8375">11077 2469,'0'0,"18"0,-1 0,19 36,70 52,-18 18,-35-36,0 1,-18-18,0-18,-17 0,-1-17,-17 0,18-1,-18 1,0-36</inkml:trace>
  <inkml:trace contextRef="#ctx0" brushRef="#br0" timeOffset="10281.5504">11359 2434,'0'0,"-17"18,-1 17,1-17,-1 35,0-18,-17 18,17-36,-17 36,17-17,1-1,17-17,0-1,0 1,0-1,17 19,-17-1</inkml:trace>
  <inkml:trace contextRef="#ctx0" brushRef="#br0" timeOffset="11085.5619">11959 2822,'0'-17,"-17"17,-1 0,18-36,-35 19,-1-19,-17 19,18-36,0 18,17 17,1 0,17 36,0 52,0 1,0-18,0 17,0-34,0-19,0 1,17-89,1-17,17 0,-17-35,-1-1,-17 18,0-52,0 34,-17 36,17 17,0 36,0 17,0 71,17 71,19 17,-1 0,-17 18,-18-36,0-35,17-17,-17-36,36 1,-19-36,-17 17,0-34,88-72,1-52,-37 71,-16-36,-1 35</inkml:trace>
  <inkml:trace contextRef="#ctx0" brushRef="#br0" timeOffset="11344.7603">12294 2170,'0'17,"18"54,0-18,-18 0,0-18,0 18,0 0,0-36,17 1,1-18,35-35,0-18,0-35,-18 52</inkml:trace>
  <inkml:trace contextRef="#ctx0" brushRef="#br0" timeOffset="11712.6979">12647 2170,'0'17,"0"36,-18 35,18 36,18-1,17 36,-17 0,17-18,-17-18,0-52,17 35,-35-53,0 17,0 1,0-1,-18-17,-17-17,17 16,-17-16,0-1,17-17,-17-18,17 0,1 17,-1-17,0 18,1-18,-19 0,-17-18,0-52,18-54,18 1</inkml:trace>
  <inkml:trace contextRef="#ctx0" brushRef="#br0" timeOffset="12173.9012">12982 2487,'18'0,"-1"-18,1 18,0-35,35 35,0 0,17 0,-17-17,0-1,0 18,-18 0</inkml:trace>
  <inkml:trace contextRef="#ctx0" brushRef="#br0" timeOffset="12535.6061">12771 2893,'17'-18,"18"18,-17-18,35 18,0 0,-35 0,34 0,-34 0,35 0,0 0,-35 0,17 0,0 0,-17 0,-1 0,1 0,0 0,17 0,36-35,17 18,35-36</inkml:trace>
  <inkml:trace contextRef="#ctx0" brushRef="#br0" timeOffset="12995.495">14235 1976,'0'17,"0"71,35 71,35 53,-17-71,-35 18,35-36,-53-35,18-17,-18-18,0 0,0-18,0 0,0-17,0 0,0-1,0 1,-18-18,18 17,0 1,0 0,0 17</inkml:trace>
  <inkml:trace contextRef="#ctx0" brushRef="#br0" timeOffset="18531.8578">1782 8943,'35'0,"-18"0,19 0,-1 0,71 0,17 35,18-17,89-18,34 0,1 0,-36 0,36 0,-54 0,1 0,-18 0,-17 0,-19 0,19 0,-89 0,35 0,-34 0,-19 0,18 0,-35 0,35 0,18 0,18 17,-1 1,18-18,-17 0,-1 0,1 18,-18-18,-18 0,35 0,-35 0,18 0,-71 0,18 0,-35 0,17 0,-17 0,0 0,17 0,0 17,0-17,1 0,34 0,-17 0,35 0,-35 0,18 0,17 0,-17 0,-18 0,-18 18,18-18,17 18,1-18,-18 17,53-17,-1 0,-34 18,0-18,-36 0,-18 0,1 0,0 0</inkml:trace>
  <inkml:trace contextRef="#ctx0" brushRef="#br0" timeOffset="19153.3118">8061 8855,'18'0,"17"17,71 19,-71-1,18-17,-18 17,-17-35,-18 17,0 19,0-1,0 0,-18 1,1-19,-19 18,-34 1,17-19,18-17,-36 18,18 0,18-18,-1 0,1 17,18-17,-1 0,0 0,1 0</inkml:trace>
  <inkml:trace contextRef="#ctx0" brushRef="#br0" timeOffset="20326.9707">5292 5080,'0'53,"17"17,1 1,-18 35,0 53,0 17,0 0,0-35,0 36,0-18,0 17,0-35,0 36,0-19,0 19,0-36,0 0,0 18,0-18,0 17,18 19,-18-36,0 71,0-71,0 18,0-18,0 35,0-17,0 17,0 18,0 18,0 0,0-71,0 0,0-18,0-17,-18-18,0-17,1-1,-1-34,18 17,-18-18,18-18,0 1,0 0,18-18,0-18,-1 18,1-88,35-36</inkml:trace>
  <inkml:trace contextRef="#ctx0" brushRef="#br0" timeOffset="21304.1434">5309 5098,'-35'35,"0"18,-18-18,-18 18,-17 0,53-18,-36 18,36-35,0-1,17-17</inkml:trace>
  <inkml:trace contextRef="#ctx0" brushRef="#br0" timeOffset="21680.3228">5239 5151,'0'0,"53"0,0 35,-1 0,1 0,-17 1,-1-19,-17 1,-1-18,1 0,-18 18,18-1,17 1,0-18,-17 35,-1-35,1 18,0-18</inkml:trace>
  <inkml:trace contextRef="#ctx0" brushRef="#br0" timeOffset="22534.1174">5803 4992,'18'17,"-1"19,1-1,0 36,17-19,-35-16,18-1,-1 0,-17-17,18-18,17-53,-17 18,17-1,18-52,-18 53,-35-18,18 35,-18 1,0 70,18 35,35 35,-36 36,18-18,-35-17,36-1,-19 1,-17-54,0 1,0-18,-17-18,17 0,-18-17,0 0,18-1,-35-17,18 0,-19 0,1 0,0-17,-18-1,-18-17,18-1,18 19,17-1,1-17,-1-1,0 1,18 18,0-19,0 1,18 35</inkml:trace>
  <inkml:trace contextRef="#ctx0" brushRef="#br0" timeOffset="23302.6406">8784 9719,'18'0,"-1"0,1 0,35 0,35 0,18 18,-18-1,-17 1,-1 0,-34-1,-19 1,1-1,-18 19,0-19,0 19,0-19,-35 1,35 17,-18-17,-17-18,17 35,0-17,1-18,17-35</inkml:trace>
  <inkml:trace contextRef="#ctx0" brushRef="#br0" timeOffset="23721.2137">9684 9666,'-36'0,"1"35,18 1,-19 17,19-36,17 18,0 1,0-19,0 1,17-18,19 18,-36-1,52 1,-16 0,-1-18,36 35,-19-17,19-1,-18 1,-18-1,1-17,-19 0</inkml:trace>
  <inkml:trace contextRef="#ctx0" brushRef="#br0" timeOffset="25281.4957">3246 8572,'52'89,"-16"52,17-53,-36 35,-17-70,0 0,0-17,0-19,0 1,0-1,0 1</inkml:trace>
  <inkml:trace contextRef="#ctx0" brushRef="#br0" timeOffset="25973.4994">2840 9842,'17'0,"1"0,0 0,-1 0,19 0,17 0,17 0,-17 0,-18 0,18 0,0 0,-18 0,1 0,-19 0,19 0,-19 0,1 0,0 0,-1 0</inkml:trace>
  <inkml:trace contextRef="#ctx0" brushRef="#br0" timeOffset="26320.7986">3616 9701,'18'36,"-18"17,17 17,1 1,-18 17,0-53,0 36,0-1,0 18,0-35,0-17,0-1,0-17,0-1,18-17</inkml:trace>
  <inkml:trace contextRef="#ctx0" brushRef="#br0" timeOffset="27499.1824">7144 8784,'0'18,"0"35,0-36,17 36,-17-17,0-1,0-18,0 19,0-19,0 1,0 0,0 17</inkml:trace>
  <inkml:trace contextRef="#ctx0" brushRef="#br0" timeOffset="27968.2153">7161 9578,'0'18,"0"52,18 89,0-71,-18 36,35-1,-35 0,0-34,0-19,0-35,0 18,0-17,0-19,0 1</inkml:trace>
  <inkml:trace contextRef="#ctx0" brushRef="#br0" timeOffset="28913.6832">5327 7391,'35'0,"0"17,-17-17,35 0,-18 0,-17 0,0 0,-1 0,1 0,0 0</inkml:trace>
  <inkml:trace contextRef="#ctx0" brushRef="#br0" timeOffset="29729.587">5239 5909,'35'0,"0"0,1 0,16 0,1 18,0-18,0 17,0-17,-35 18,-1-18,1 0,0 0</inkml:trace>
  <inkml:trace contextRef="#ctx0" brushRef="#br0" timeOffset="30544.9332">3351 5909,'0'35,"0"-17,0 0,0-1,0 1,0 17,0-17,0-1,0 1,0 17,0 1,0-19,0 1,0 0,-17-1</inkml:trace>
  <inkml:trace contextRef="#ctx0" brushRef="#br0" timeOffset="30950.1111">3193 6685,'0'18,"0"17,17 18,-17 0,18-35,-18 34,18-16,-18-19,0 36,17-35,-17 0,0 17,0 0,0-17,0-1,0 1,-17 0,17-1,0 1,0 0,-18 17,18-18,-18 1</inkml:trace>
  <inkml:trace contextRef="#ctx0" brushRef="#br0" timeOffset="31287.3897">3210 7708,'0'35,"0"-17,0 0,0-1,0 1,0 17,0 1,0-19,0 1,0-1,0 19,0-1,0-17,0 17,0-17,0 17,0 18,0-18,0 18</inkml:trace>
  <inkml:trace contextRef="#ctx0" brushRef="#br0" timeOffset="31568.7217">3263 8537,'0'35,"0"-17,0 0,0-1,18-17,-18 36,0-19,0 1,0 0</inkml:trace>
  <inkml:trace contextRef="#ctx0" brushRef="#br0" timeOffset="32532.3788">3422 6121,'35'0,"36"0,-54 0,36 0,0 0,-17 0,16 0,-16 0,-19 0,1 0,0 0,-1 0,1 0,17 0,0 0,1 0,-1 0,-17 0,-1 0</inkml:trace>
  <inkml:trace contextRef="#ctx0" brushRef="#br0" timeOffset="33345.1685">4674 5944,'0'-17,"18"17,0 0,-1 0,1 0,-1 0,-17 17,36-17,-19 0,1 0,0 0,-1 0,1 0,0 0,-1 0,19 0,-1 0,18 0,0 0,-36 0,19 0,-19 0,1 18,-1-18,1 0</inkml:trace>
  <inkml:trace contextRef="#ctx0" brushRef="#br0" timeOffset="33809.1896">5539 5997,'35'0,"-17"0,17 0,-18 0,1 0,0 0,-1 0,1 0,0 0,-1 0,1 0,0 0,-1 0,1 0,17 0</inkml:trace>
  <inkml:trace contextRef="#ctx0" brushRef="#br0" timeOffset="34262.9766">6756 5997,'0'0,"0"18</inkml:trace>
  <inkml:trace contextRef="#ctx0" brushRef="#br0" timeOffset="34748.8557">6368 6050,'17'0,"19"0,-19 0,36 0,0 0,-18 0,18 0,-18 0,-17 0,0 0,-1 18,1-18,0 0,-1 0,-17 17,18-17</inkml:trace>
  <inkml:trace contextRef="#ctx0" brushRef="#br0" timeOffset="35045.4326">6862 6068,'17'0,"1"0,35 0,0 17,0-17,-36 0,18 18,-17-18</inkml:trace>
  <inkml:trace contextRef="#ctx0" brushRef="#br0" timeOffset="35491.5306">7126 6121,'0'17,"0"19,0-19,-18 19,18-1,0 0,0 18,0-35,0 35,0-1,0-34,0 35,0 0,0-18,0 18,0-18,0-17,0 0</inkml:trace>
  <inkml:trace contextRef="#ctx0" brushRef="#br0" timeOffset="35915.2366">7056 7108,'0'0,"0"36,0-1,0 0,0-17,17 0,-17 17,0-18,0 19,0-19,0 1,18-18,-18 18,0-1,0 1,0 0,0-1,0 19,0 16,0-34,0 35</inkml:trace>
  <inkml:trace contextRef="#ctx0" brushRef="#br0" timeOffset="36323.7092">7161 8326,'0'0,"0"35,0-18,0 19,0-1,0 0,0-17,0 17,0 0,0-17,0 17,0-17,0 0,0-1,0 1,0 0,0-1,0 19</inkml:trace>
  <inkml:trace contextRef="#ctx0" brushRef="#br0" timeOffset="36571.1568">7197 8819,'0'18,"0"0,0-1,0 1,0 17,0 1,0-19</inkml:trace>
  <inkml:trace contextRef="#ctx0" brushRef="#br0" timeOffset="37729.3035">3933 6615,'53'0,"53"0,35 0,71 0,17 0,36 0,-18 0,35 0,71 0,-106 0,-71 0,-88 0,-70 0</inkml:trace>
  <inkml:trace contextRef="#ctx0" brushRef="#br0" timeOffset="38364.3041">4410 7056,'17'0,"54"0,52 17,1-17,70 0,-18 0,1 0,34 0,54 0,-36-17,-17 17,-89-18,-70 0</inkml:trace>
  <inkml:trace contextRef="#ctx0" brushRef="#br0" timeOffset="38804.8843">3757 7849,'0'0,"71"0,17 18,0 35,35-36,19 19,34-19,-17 36,17-53,89 18,-36 35,18-35,-18 17,-88-35,-35 0,-53 0,-18 0,-17 0</inkml:trace>
  <inkml:trace contextRef="#ctx0" brushRef="#br0" timeOffset="40109.2117">4410 5274,'17'0,"1"0,0 0,17 0,-17 0,17 0,18 0,-36 0,1 0,0 18,-18-1,17-17,1 0,-18 18,18 0,-1-1,-17 1,18-1,-18 19,0-1,0-17,0 35,0-18,-35-17,-1 17,1 0,0 0,-1-17,1 17,0-35,17 0,1 18,-1-18,36 0,52 0,-17 0,18-18,17 18,18-17,-71 17,0-18,1 18</inkml:trace>
  <inkml:trace contextRef="#ctx0" brushRef="#br0" timeOffset="42977.3038">11977 4710,'-18'-18,"1"0,-19 18,19-17,17-1,-18 18,0 0,1 0,-1 0,0 0,18 18,-35-18,17 17,18 1,0 0,0 17,0 0,0-17,0 35,0 0,0 0,0-1,0 1,18-17,-18 17,18-1,-18 1,17 0,-17 0,0 18,0-36,0 18,-17 0,-1 0,18-18,-35 36,17-18,-17-1,0-16,-1-1,1-17,17 17,-34 0,-1-17,17 17,1-17,-18-1,18-17,0 18,17 0,-17-18,17 0,0 0,1 0,-1 0,0 0</inkml:trace>
  <inkml:trace contextRef="#ctx0" brushRef="#br0" timeOffset="44393.3895">11800 5909,'18'0,"17"0,1 0,-19 0,36 0,-18 0,-17 0,17 0,1 0,-1 0,-17 0,-1 0,1 0,17 0,-17 0,-1 0,19 0</inkml:trace>
  <inkml:trace contextRef="#ctx0" brushRef="#br0" timeOffset="44841.4972">12400 5715,'0'18,"0"35,0-1,0 19,-18-18,18 17,-17 1,17 0,0-36,0 35,0-34,0-19,-18 1,1-53</inkml:trace>
  <inkml:trace contextRef="#ctx0" brushRef="#br0" timeOffset="45613.8369">12294 4551,'0'17,"0"19,0-1,0 18,0 0,0-18,0 36,0-36,0-17,0 35,0-36,0 1,0-1</inkml:trace>
  <inkml:trace contextRef="#ctx0" brushRef="#br0" timeOffset="46585.8482">13635 4710,'0'0,"17"-18,1 18,-18-18,0-17,0 17,-18 18,1-17,17-1,-18 18,1-18,-1 1,-17-1,-1 18,19 0,-1 0,-17 0,0 0,17 0,-17 0,-1 0,19 0,-19 18,1-1,18 19,-1-1,0 18,-17 0,35 17,0-34,0 17,0 0,18-1,-18-16,17 17,1 0,0-1,-1-16,1 34,17 1,-17-1,52 54,-52-18,17 0,-17 35,-1-36,-17-16,0-36,0 0,0-1,0-16,0-19,-17 1,-1 0,1-1,17 1,-18-18,0 0,18 18,-35-18,17 0,1 0</inkml:trace>
  <inkml:trace contextRef="#ctx0" brushRef="#br0" timeOffset="47260.6827">13917 5944,'0'36,"-18"16,18-16,0 17,0 0,18-36,-18 19,18-1,-1-35,1 0,-18 17,18-17,17 0,0-17,-35-1,35-17,-17 0,0 17,-18-35,0 18,0-1,0 1,-36 35,36-17,-17 17,-1 0,1 0,-1 0,0 0,18-53,18-53</inkml:trace>
  <inkml:trace contextRef="#ctx0" brushRef="#br0" timeOffset="48237.6161">14023 4498,'18'0,"-1"0,18 0,-17 0,0 0,17 18,-17-1,-1-17,-17 18,18-18,-18 17,0 1,0 17,0 1,0-19,-18 1,-17 17,-18 0,18 1,0-19,-18 1,17 0,19-1,34-17,1 0,35 0,0 0,-18 0,18 18,0-18,-35 0,17 18,0-18,-17 0</inkml:trace>
  <inkml:trace contextRef="#ctx0" brushRef="#br0" timeOffset="49553.347">15293 5239,'18'-18,"-18"0,0 1,0-1,0 1,-18 17,18-18,-18 0,1 18,-1 0,0 0,18-17,-17-1,-1 18,0 0,1 0,-1 0,1-18,-1 18,0 0,-17 0,17 0,1 0,-1 0,0 0,1 18,17 0,-36-18,1 17,18 1,-19 0,1-1,0 18,-1 1,36-19,-35 1,35 0,0-1,0 1,0 17,0-17,0-1,18 19,-18-19,17 19,1-1,0 0,-1-17,1-18,-18 18,18-1,-1-17,-17 18,18-18,0 0,-1 17,1 1,17-18,-17 18,35-1,17 1,1 0,-36-1,0-17,1 0,-36 18,0-36</inkml:trace>
  <inkml:trace contextRef="#ctx0" brushRef="#br0" timeOffset="50542.2903">16122 5415,'0'-35,"0"17,-18-17,18 0,-35 17,17-17,-17-1,0-16,17-1,-17 35,17 0,1 1,-1 17,0 35,18 0,0 36,0-1,0 1,0-36,0 0,0 1,0-19,18-17,-18 18,18-18,-1 0,1 0,0-18,34-35,37-17,-36-18,-1 0,19-1,-18-16,35-19,-17-17,-18 53,0-53,-36 0,1 88,-18 0,0 17,0 19,0-1,0 36,17 17,-17 53,0-17,-35 88,18-36,17-17,-18 0,0-18,18 0,0-17,0-18,0-1,0-34,18 17,0-17,-1-18,89-35</inkml:trace>
  <inkml:trace contextRef="#ctx0" brushRef="#br0" timeOffset="50917.2762">16916 4780,'0'18,"17"-1,19 19,-1 17,0 52,18-52,-35 18,17-1,18 19,-35-54,17 18,-18-18,-17-17,18-18,-18 17,-18 1,36-71,17-53,1 36</inkml:trace>
  <inkml:trace contextRef="#ctx0" brushRef="#br0" timeOffset="51195.1157">17304 4921,'-18'0,"0"0,-17 36,-18-1,-17 18,-1 0,18 0,-35 35,35-71,35 36,-17-17,18-19,-1 1,18-1,0 1,35 17</inkml:trace>
  <inkml:trace contextRef="#ctx0" brushRef="#br0" timeOffset="52136.7219">17674 5027,'-17'-18,"-19"1,1-1,0 18,17 0,-17-17,17 17,0 0,18 52,0 19,18 52,17 1,36-18,-53-18,17-35,0 0,-35-36,18 1,-1-18,1 18,17-54,1-34,-1-18,35-1,-34-16,-1-1,-17 18,-18-1,0 19,0-54,-18 36,18 0,0-18,18 36,-1-1,1 53,0-17,-18 18,17 52,36 71,-35 17,-1 36,1-36,-18 89,0-106,0-18,0 18,0-53,0 17,0-34,0-19,0 1,0 0,53-89,53-35,-36 18,-17-18,18 18</inkml:trace>
  <inkml:trace contextRef="#ctx0" brushRef="#br0" timeOffset="52873.1467">18644 4904,'18'35,"-18"-17,18-1,-18 36,17-35,-17 17,0 0,0-17,0 0,18-36,52 0,1-35,35 0,-18-17,-17 17,-19 0,-34 18,-18 17,0 0,0 1,-18 17,18 35,-17 0,17 18,-18 18,18 52,0-34,0 34,0-17,0 17,0 1,0-36,0 35,0-34,0-36,0 17,-17-35,-1 1,0 17,1-36,-36 19,17-1,1 0,-18 0,0-17,18 0,17-18,-17 0,17 17,1-17,-18 0,17 0,0 0,1 0,-19 0,19 0,-1-17,0 17,-17-18,35 0</inkml:trace>
  <inkml:trace contextRef="#ctx0" brushRef="#br0" timeOffset="54094.1675">10460 7885,'17'0,"1"0,17 0,1 0,17 0,0 0,-1 0,1 0,0 0,-17 0,16 0,-16 0,-19 0,1 0,0 0,-1 0</inkml:trace>
  <inkml:trace contextRef="#ctx0" brushRef="#br0" timeOffset="54899.2077">10495 8326,'18'0,"-1"0,19 0,-19 0,19-18,17 18,-18 0,18 0,0 0,-18 0,18 0,0 0,-18 0,18 0,-18 0,-17 0,-1 0,1 0</inkml:trace>
  <inkml:trace contextRef="#ctx0" brushRef="#br0" timeOffset="56589.1484">12418 7726,'-18'-18,"0"18,-34-17,16-1,19 18,-1 0,0 0,1 0,-1 0,0 0,1 0,-18 18,-18-1,-18 18,18-17,-17 17,17-17,17 17,1-35,0 18,17 0,18-1,-17-17,17 18,0-1,-18 1,18 0,0 17,0-17,0-1,0 1,18 17,-18-17,17 0,1-1,17 1,-35-1,18-17,-1 18,19 0,-19-18,1 17,0-17,17 18,-17 0,-1-18,1 0,-18 17,17-17,1 0,0 0,-1 0</inkml:trace>
  <inkml:trace contextRef="#ctx0" brushRef="#br0" timeOffset="57481.2856">13617 7197,'0'0,"-17"-18,-1 0,18 1,-18 17,1 0,-1 0,0-18,1 0,-1 18,0 0,1 0,-1 18,1 17,-1 18,18 0,-18 18,-17 17,35-17,-35 17,35-35,0 17,0-35,0 36,0-18,0 17,0-34,17 17,1 17,0-17,-18 0,0 18,0-1,0 18,0-17,0 17,-36-17,1-18,0 17,0-17,-1-35,-17 35,18-18,0 0,17-17,0-18,1 0</inkml:trace>
  <inkml:trace contextRef="#ctx0" brushRef="#br0" timeOffset="58258.5395">13582 8714,'18'0,"-1"0,1 0,35 0,0 0,-18 17,0-17,-17 0,17 0,-17 18,-1-18,1 0,-18 18</inkml:trace>
  <inkml:trace contextRef="#ctx0" brushRef="#br0" timeOffset="58586.3706">13988 8590,'0'18,"0"17,0 18,0-18,0 53,0-17,0 17,0-17,0-18,0 0,0-18,0 0,17-35,1-18</inkml:trace>
  <inkml:trace contextRef="#ctx0" brushRef="#br0" timeOffset="59197.0589">13970 7126,'0'18,"0"35,18 17,-18-17,0-18,17 18,1 0,-18-35,0 17,0 0,0-17,0 0</inkml:trace>
  <inkml:trace contextRef="#ctx0" brushRef="#br0" timeOffset="59964.064">14940 6844,'-18'0,"1"0,-1 53,1-18,-19 36,36-1,-17 1,-1 17,18-18,-18-17,18 0,0-17,0-1,0-17,0 17,0 18,0-36,0 36,0 18,18-1,0-17,-1 53,1-35,-18 17,18 0,-18 36,0-36,0 0,0-18,0 1,0 0,0 17,-18-35,0-36,1 19,17-19,0 1,-18-18</inkml:trace>
  <inkml:trace contextRef="#ctx0" brushRef="#br0" timeOffset="60661.7505">15134 8696,'18'35,"-18"-17,17 17,1 0,0 1,-1-19,19 1,-19-18,19 0,-19 0,18 18,1-18,17 0,-36-18,36-17,0-18,-18 0,-17 0,-18 35,0 1,0-1,-18 18,-17-18,-18 1,36-19,-36 36,35 0,0 0,1 0,-1 0,-35 0,18 0,0 18,17-18,18 18,0-1,0-70,0-70</inkml:trace>
  <inkml:trace contextRef="#ctx0" brushRef="#br0" timeOffset="61476.2493">15134 6932,'18'0,"-1"0,1 0,17 0,18 0,-35 18,17-18,0 17,-17 1,0 0,-1-18,-17 17,0 1,0 0,0-1,0 18,-17 18,-19-35,1 35,0-18,17 0,-17-17,17-18,36 0,35 0,35 0,-17 0,-1 0,-17 0,0 0,-35 0,-1 0,1 18</inkml:trace>
  <inkml:trace contextRef="#ctx0" brushRef="#br0" timeOffset="62406.038">16069 7743,'0'-17,"0"-1,0 1,0-1,0 0,-18 18,1-17,-1-1,-17 0,17 18,-17 0,-18-17,18 17,-1 0,1 35,18-17,-1 35,0-53,18 52,0-16,0-1,18 18,-18-18,18-35,-1 18,1-1,-1-17,1 0,0 0,-1 0,19-17,-1-18,0-18,0-18,1-17,-19-18,-17 18,0 0,0-1,-17 19,17 17,-18 0,18 35,0 1,0-1,0 36,18 35,-1 70,54 18,-53-17,17-1,-18 1,-17-36,36 0,-36-35,17 0,-17-35,18-18,0 17,-1-34,19-54,34-17,-35 17</inkml:trace>
  <inkml:trace contextRef="#ctx0" brushRef="#br0" timeOffset="62712.1256">16510 7532,'18'0,"17"17,0 36,18 18,0-1,35 36,18 0,-18 0,18 17,-18-17,-17-53,-18 0,-18-35,-17-1,-18 1,17-18,-17 18,0-1,18-17,17-17,0-54,-17 18,17-35</inkml:trace>
  <inkml:trace contextRef="#ctx0" brushRef="#br0" timeOffset="62986.3669">17180 7761,'-35'0,"0"0,35 18,-53-1,18 19,-1-1,1 18,-18-36,18 36,-1-17,1 17,35-36,-17-17,-1 18</inkml:trace>
  <inkml:trace contextRef="#ctx0" brushRef="#br0" timeOffset="63905.9627">18344 7990,'0'-17,"-35"17,0-36,35 1,-35 18,-1-1,1 18,0-18,-1 1,1 17,18 0,-1 0,0 0,1 0,-1 0,0 35,18 18,0 0,0 0,18 17,-18-34,35-19,-17 1,0-1,-1-17,1 18,-1-18,19-35,-1-18,0-18,18-52,18-36,-18 0,-53 18,0 18,0-36,-53 71,35 35,1 0,17 35,0 36,17 70,36 18,-18 0,-17 17,0 1,-1-1,-17-70,18 18,-18-18,0 0,18-18,-1-18,1-17,-1 0,1 0,17-52,18-19,0-17,-18 17,1 1,-36 17</inkml:trace>
  <inkml:trace contextRef="#ctx0" brushRef="#br0" timeOffset="64663.3616">18750 7461,'0'18,"0"17,18-17,-18 35,0-18,17-17,-17 17,0 0,18-35,-18 18,18-18,17 0,36-35,-19-18,-16 17,-19 1,1-18,-18 18,0 17,0 1,-18-19,1 36,-1-17,18 87,35 1,1 52,17 36,-18-36,0-17,-17 18,-18-36,17 18,1-18,-18 0,0-17,0-18,0-18,0 18,0-35,0 17,0 18,-18-18,1 0,-1-35,0 18,1-18,-1 0,1 0,-19 0,1 0,-18 0,35 0,-17 0,0 0,0-35,-18 35,17-18,1 18</inkml:trace>
  <inkml:trace contextRef="#ctx0" brushRef="#br0" timeOffset="65967.3771">12947 9366,'53'0,"35"0,53 0,71 0,-18 0,53 0,-18 0,53 0,-70 0,0 0,-71 0,18 0,-71 0,18 0,17 0,53 0,71 0,0 0,36-17,34-36,18 35,36-35,-54 18,-17 17,-35 18,-36 0,-141 0,-17 0,-54 0,1 0,17 0,-17 0,-1 0,19 0,-1 0,0 0,1 0,16 0,-16 0,17 0,0 0,-1 0,1 0,18 0,-1 0,-34 0,17 0,0 0,-36 0,1 0</inkml:trace>
  <inkml:trace contextRef="#ctx0" brushRef="#br0" timeOffset="69945.2055">3387 6068,'0'17,"0"54,0-36,0 18,0 0,0 0,0 18,0 17,0-18,0 1,-18-18,18 0,0 0,-18 0,18-18,0 0,0-17,0 17,0 0,0 1,0 16,0 1,18 18,-18-36,0 36,0-18,0 17,0-34,0 16,0 1,-18-17,1 17,17-36,-18 18,18-17,0 17,-18 1,18-1,-17 18,17-18,0 18,0 18,0-36,0 35,0-17,0 18,0-36,0 0,0 1,0-1,-18 0,18 1,0-19,-17 36,17-18,0 1,0-19,-18 19,18-19,0 1,-18 0,18-1,0 1,0-1,0 1,0 0,0-1,18-17,35 0,35 0,0 18,36 0,34 17,1-17,-18-18,-17 17,-36 1,18-18,-71 0,18 17,-18-17,1 0,-1 0,0 0,0 0,1 0,17 0,17-17,1 17,-18-18,17 18,1-17,-1 17,-17 0,53-18,-71 18,18 0,0 0,-18 0,18 0,0 0,0 0,18 0,-1 0,36 0,18 0,-1 0,18 0,18 0,-53 0,0 0,-18 0,-35 0,-18 0,0 0,-17 0,0 0,-1 0,1 0,-1 0,1 0,0 0,-1 0,1 0,0 0,-1 0,1 0,17 0,-17 0,17 0,0 0,-35 18,18-18,0 0,-18-53,0-71,-36 1,19-36,17 18,-18-71,18-17,-18 105,18 1,0-1,0 36,0 18,0 17,0 0,0 0,0 18,0-18,0 0,0 18,0-1,18-17,-18 0,0 18,0-53,0 17,18 18,-18 18,0-35,17 17,-17 35,18-35,-18 18,18 0,-18 17,0-35,17 18,-17 17,0-17,18 0,-18-1,18-34,-18 34,0 1,17 0,1 0,-18-1,17 36,-17-17,-17 17,-1 0,-17 17,-18 1,-18-18,1 18,-36-18,0 17,18-17,-35 0,34 0,-34 0,52 0,-34 0,16 0,1 0,-35 0,34 0,1 0,-35 0,35 0,-1 0,1 0,-35 0,-36 0,53 0,-17 0,17 0,18 0,17 0,18 0,0 0,-17 0,34 0,-16 0,-1 0,0 0,-18 0,1 0,-19 0,1 0,-71 0,71 18,-35 0,35-18,17 17,0 1,1-18,35 0,-1 0,1 17,0-17,17 0,1 0,-1 0</inkml:trace>
  <inkml:trace contextRef="#ctx0" brushRef="#br0" timeOffset="71160.8269">10971 10372,'18'0,"0"0,-1 0,19 0,-1 0,18 0,0 0,0 0,17 0,1 0,-18 0,0 0,-18 0,0 0,0 0,-17 0</inkml:trace>
  <inkml:trace contextRef="#ctx0" brushRef="#br0" timeOffset="71793.4501">10866 10866,'17'0,"1"0,-1 0,36 0,0 0,-17 0,16 0,1 0,18 0,-18 0,0 0,0 0,-18 0,-17 0,-1 0</inkml:trace>
  <inkml:trace contextRef="#ctx0" brushRef="#br0" timeOffset="72655.3422">12682 10460,'-35'-35,"-35"-18,-1 0,18 17,18 1,-1 18,19-1,-1 18,1-18,-1 1,0 17,1 0,-19 0,19-18,-1 18,0 0,1 0,-1 35,-17-17,0 0,17 34,-17 1,17-17,-17 17,17-36,1 18,17-17,0 0,0-1,0 1,0 0,17 17,1-17,-1-1,19 1,-1 0,-17 17,-1-18,19-17,-1 18,-18 17,19-17,-19-18,1 18,17-18,-17 0,0 0,-1 0,1 0,-1 0,1 0,17 0,18-18</inkml:trace>
  <inkml:trace contextRef="#ctx0" brushRef="#br0" timeOffset="73061.0874">12947 10566,'18'0,"-18"17,35 1,-35 0,17-1,1-17</inkml:trace>
  <inkml:trace contextRef="#ctx0" brushRef="#br0" timeOffset="76796.4012">14129 9966,'-36'18,"19"35,-18-36,-1 36,-17 18,-35-1,35 1,0-18,18 0,0-18,17-35,0 35,1-17,34-18,36 0,36 0,-1 0,35 0,1 0,-1-18,-35 18,-17 0,-18 0,-18 0,-17 0</inkml:trace>
  <inkml:trace contextRef="#ctx0" brushRef="#br0" timeOffset="77266.1361">14199 10195,'0'18,"18"35,0 53,-1-1,-17-16,0-36,0 35,0-18,0 1,0-18,0-18,0 0,-17 1,17-19,0 1,0 0,-18-1,0 1</inkml:trace>
  <inkml:trace contextRef="#ctx0" brushRef="#br0" timeOffset="77774.1412">15028 10619,'18'0,"17"0,1-18,-1 18,35 0,1 0,17 0,-35 0,35 0,-35 0,0 0,-35 0</inkml:trace>
  <inkml:trace contextRef="#ctx0" brushRef="#br0" timeOffset="78252.4704">15152 10830,'17'0,"54"0,17 0,0 0,-17 0,17 0,-53 0,36 0,-36 0,-17 0,35 0,-18 0,-35 18,18-18,-1 0</inkml:trace>
  <inkml:trace contextRef="#ctx0" brushRef="#br0" timeOffset="78674.4166">16298 10160,'0'88,"18"53,0-17,-1-1,-17 1,0-36,0-18,0-34,0-19,18-17,-18 18</inkml:trace>
  <inkml:trace contextRef="#ctx0" brushRef="#br0" timeOffset="79199.4032">11889 12559,'0'-18,"35"18,-17 0,-1 0,18 0,-17 0,70 0,-17 0,17 0,-17 0,17 0,-18 0,-52 0,35 0,-35 0,-1 0</inkml:trace>
  <inkml:trace contextRef="#ctx0" brushRef="#br0" timeOffset="79590.5027">11501 12876,'17'0,"36"0,18 0,52 0,1 0,87 0,1 0,-18 0,-18 0,-17 0,-53 0,-53 0,-18 0</inkml:trace>
  <inkml:trace contextRef="#ctx0" brushRef="#br0" timeOffset="80061.1613">12524 12224,'35'0,"53"35,53 18,-17 0,87 17,-17 1,-17 0,-54-19,-70-52,-35 0,-18 18,0 17,0-17,0 17,-18 1,-17-1,0-18,-18 19,17-1,-34 0,-36 1,35-1,36-35,35 17,-17-17,52 0,53 0</inkml:trace>
  <inkml:trace contextRef="#ctx0" brushRef="#br0" timeOffset="80568.8936">14922 12453,'-52'0,"-54"0,35 0,36 0,-36 0,18 18,18-1,18 1,-1 0,0 17,1 0,17 18,0 0,0 18,17-19,19 1,-1-17,-18 17,36-1,0-34,-17 0,-1-1,0 19,0-36,1 0,-19 17,36 1,-18-18,-17 18,17-18,18 0,-17 0,-1 0,18 0,-36-18</inkml:trace>
  <inkml:trace contextRef="#ctx0" brushRef="#br0" timeOffset="80906.5024">15275 12577,'18'0,"17"-18,36 18,17 0,35 0,1 0,-1 0,-17 0,-18 0,-52 0,-1 0,-17 0,-18 18,0-1,0 36</inkml:trace>
  <inkml:trace contextRef="#ctx0" brushRef="#br0" timeOffset="81233.9876">15469 13017,'18'0,"17"0,0 0,36 0,17 0,0 0,1 0,34 0,-70 0,-18 0,1 0,-19 0,1 0,-1 0,1 0,0 0,70 18</inkml:trace>
  <inkml:trace contextRef="#ctx0" brushRef="#br0" timeOffset="81866.8536">18433 12806,'-18'0,"0"0,1 17,-36 1,-88 70,0-35,-18 18,35-1,1 1,17-18,0-18,36 0,34 1,19-19,34-17,1 0,0 0,17 0,88 0,-17 0,71 0,-19 0,19 0,-54 0,-35 0,1 0,-36 0,-36 0,18 0,-17 0,-36 0,1 0</inkml:trace>
  <inkml:trace contextRef="#ctx0" brushRef="#br0" timeOffset="82236.9166">18221 12965,'0'17,"0"36,0 0,0-18,0 18,0 18,0-36,0 18,0 0,-18-35,18 34,0 1,0-35,0 0,0 17,0-17,-17-18</inkml:trace>
  <inkml:trace contextRef="#ctx0" brushRef="#br0" timeOffset="82723.2773">17163 12365,'17'0,"1"0,17 0,18 0,0 0,0 0,53 0,0 0,35 0,35 0,-17 17,-53-17,0 0,-54 0,1 0,0 0,-35 0,17 0,-17 0</inkml:trace>
  <inkml:trace contextRef="#ctx0" brushRef="#br0" timeOffset="83107.1233">17727 11430,'18'18,"-18"17,17 0,-17 18,0 0,0-18,0 18,0 0,0-18,0-17,0 17,0-17,0 0,0-1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55:39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3210 2099,'0'53,"0"17,0-17,0 18,0 17,0 0,0 1,0-19,0-17,0 0,0 35,-17-53,17 1,0-1,0-17,0-1</inkml:trace>
  <inkml:trace contextRef="#ctx0" brushRef="#br0" timeOffset="673.1399">2910 1870,'36'0,"-1"0,18 0,0 0,35 0,35 0,1 35,-54-35,19 35,-19-17,36 35,18 17,-19 1,1-18,0 17,-35-17,17 18,-35-36,-36 18,1-35,0-1,-18 1,0 0,-18-1,-17 36,-18-18,-18 18,1 0,-54 18,-17 17,18 0,-18 0,17-17,18-36,36 1,-1-1,36-18,0 1,35 0,-18-18</inkml:trace>
  <inkml:trace contextRef="#ctx0" brushRef="#br0" timeOffset="1032.8471">5274 3210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55:45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2963 1852,'18'0,"0"0,-1 0,-17 18,18-18,0 17,-1-17,18 36,18 17,53 52,0 1,17 35,-17 0,-17-35,-37-35,1-1,-17-17,-1-17,-17-1,-1-18</inkml:trace>
  <inkml:trace contextRef="#ctx0" brushRef="#br0" timeOffset="517.8769">3986 2152,'-53'0,"-70"70,0-17,-89 53,-17 18,17-36,0 35,18-34,35-1,54-35,69-18,1-35</inkml:trace>
  <inkml:trace contextRef="#ctx0" brushRef="#br0" timeOffset="1300.694">5062 2822,'18'0,"0"0,-1-17,-17-1,0 0,18-52,17-1,36-17,-1 35,18-17,-17-1,0 36,-18 17,-36 18,1 0,-1 0,1 0,35 18,18 17,-19 18,19 0,0-36,-19 19,-16-1,-1-17,-17-1,-1-17,1-35,17 0,18 17</inkml:trace>
  <inkml:trace contextRef="#ctx0" brushRef="#br0" timeOffset="1628.4741">6473 1535,'18'0,"17"0,1 0,105 0,35 17,36-17,-1 0,-34 0,-36 0,-70 0,-36 0,-18 0</inkml:trace>
  <inkml:trace contextRef="#ctx0" brushRef="#br0" timeOffset="2070.0519">7020 1605,'0'35,"18"36,0-18,-1 35,1 0,-18 0,0 36,0-36,0-17,0-18,0-18,0 18,0-18,17-35,1 18,-18-1,18-17,17 0,-17 18,17 0,18-1,0 1,-18 0,0-18,-17 0,-36 0,-17-71,0 18,35 18</inkml:trace>
  <inkml:trace contextRef="#ctx0" brushRef="#br0" timeOffset="2348.5751">7197 2205,'17'-18,"1"18,17 0,18 0,-35 0,35 0,-18 0,18 0,0 0,-18 0,18 0,0 0,-18 0,18-17,0 17,-35-18,-1 18,19-18,-19-17</inkml:trace>
  <inkml:trace contextRef="#ctx0" brushRef="#br0" timeOffset="2632.1033">7902 1887,'35'0,"36"53,0 35,-1-35,-17 18,0 17,0-35,0-18,-36 1,19-1,-1 0,-17-17,-18-1,35-17,-35-35</inkml:trace>
  <inkml:trace contextRef="#ctx0" brushRef="#br0" timeOffset="2873.8433">8414 1764,'-18'0,"0"35,1-35,-1 35,-17 1,0-19,-18 36,-18 18,-35-1,53-34,18-1,0 0,17-17</inkml:trace>
  <inkml:trace contextRef="#ctx0" brushRef="#br0" timeOffset="3186.3659">8943 1729,'-18'17,"18"54,0 17,0 35,0 19,36 16,-36 19,0-54,0-17,0-35,0-1,0-17,0-18,-18 1,0-19,1-17,17 18,-36-71</inkml:trace>
  <inkml:trace contextRef="#ctx0" brushRef="#br0" timeOffset="3524.084">9084 1799,'0'0,"71"35,-19 18,-16-17,-19-19,19 36,-19 0,-17-35,0 52,0-17,0 0,-35-18,17 18,-17-17,35-19,-35 1,17-18,18 18,-17-18,-1 0,0 17</inkml:trace>
  <inkml:trace contextRef="#ctx0" brushRef="#br0" timeOffset="3845.3443">10107 1499,'0'36,"-18"16,1 19,-1 17,18 0,-17 36,-19-1,19-17,17-18,0 1,0-36,0-18,0 0,17-17,1-1,-18 1,35 0,36-18,35-71</inkml:trace>
  <inkml:trace contextRef="#ctx0" brushRef="#br0" timeOffset="4557.7393">10619 1535,'0'52,"0"19,0-18,0 18,0-1,0 18,0-35,17 0,-17 0,18-18,0 1,-1-19,18 1,-35-1,18 1,0-18,-1 0,1 0,35-18,-18-17,0-35,1-1,-1-17,-35 35,0-18,-18 19,1-19,-19 53,19-17,17 0,-35-1,17 36,0 0,1 0,-1 0,18 18,-18-18,18 18,-17-1,-1 1,36-18,-1 18,1-1,17-17,-17 18,0-18,-18 18,17-18,1 17,17-17,-17 0,17 0,18 0,17-17,1-19</inkml:trace>
  <inkml:trace contextRef="#ctx0" brushRef="#br0" timeOffset="4901.5613">11783 1252,'88'71,"-35"-18,0 0,-18 0,0 0,-17-18,0 18,-18 17,0-34,0 17,0-1,0 1,-18-35,0 0,18-1,0 1,-17 0,17-1,-18-17,0 0,18 18,-35-1,0 1,0 0,-71 17</inkml:trace>
  <inkml:trace contextRef="#ctx0" brushRef="#br0" timeOffset="5530.3278">2893 4427,'35'0,"18"18,0-18,0 18,17-18,1 0,17 0,-35 0,0 0,-18 0,-17 0,-1 0,1 0,-18 17</inkml:trace>
  <inkml:trace contextRef="#ctx0" brushRef="#br0" timeOffset="6053.5783">3351 4498,'0'18,"-17"17,17 35,0 19,-18-19,18 18,-18 36,-34-1,34-52,0 35,1-18,17-53,0 0,0-17,0 0,17-18,1 0,17 0,36 0,-18 17,17 1,36 17,-35-35,17 18,-53-18,-53-18</inkml:trace>
  <inkml:trace contextRef="#ctx0" brushRef="#br0" timeOffset="6373.8678">3475 5098,'17'0,"1"0,17-18,-17 18,17 0,18 0,-35 0,17 0,-17 0,-1 18,1-18,0 0,17 17,0-17</inkml:trace>
  <inkml:trace contextRef="#ctx0" brushRef="#br0" timeOffset="6742.0466">4392 4357,'-18'0,"1"0,17 17,-35 1,17 0,-17 35,-1 0,1 17,0 36,-18 0,18 17,35-70,0 71,0-36,0-35,35 0,0-36,0 19,1-19,-36 1,35-18,-17 0,-18 17,0 1,17-18,1 0,-18-18,18 1</inkml:trace>
  <inkml:trace contextRef="#ctx0" brushRef="#br0" timeOffset="7006.3843">4374 4674,'36'36,"70"69,-36-34,71 70,-88-53,18-17,-36-18,-17 0,17-53,-17 35,-1-17,-17-1</inkml:trace>
  <inkml:trace contextRef="#ctx0" brushRef="#br0" timeOffset="7258.5239">4939 4815,'-18'18,"1"-18,-1 53,-17-35,-1 35,19-18,-19 0,19 0,-18-35,35 18,-18 0,0-1,18 1</inkml:trace>
  <inkml:trace contextRef="#ctx0" brushRef="#br0" timeOffset="7541.3238">5115 4586,'0'0,"53"53,0 0,0 0,-18 17,1-17,-1 18,-35-36,0 53,0-35,0 18,0-1,-18-17,-35 18,18-1,-36 1,1-36,17 1,35-1,-17-18</inkml:trace>
  <inkml:trace contextRef="#ctx0" brushRef="#br0" timeOffset="7852.4095">6032 4798,'18'0,"0"0,-1 0,1 0,0 0,-1 0,36 0,-17 0,-19 0,18 0,1 0,-19 17,1 1,0-18,-1 0,-17 18</inkml:trace>
  <inkml:trace contextRef="#ctx0" brushRef="#br0" timeOffset="8142.7126">6015 5133,'0'0,"17"0,19 0,-19-18,19 18,-1 0,36 18,-19-18,19 0,-36 0,1 0,-19 0,1 0,-1 18,1-1,-18 1,53-1,-18-17</inkml:trace>
  <inkml:trace contextRef="#ctx0" brushRef="#br0" timeOffset="9018.7962">7091 4604,'0'0,"17"0,-17-18,18 18,0 35,-1 36,1-1,0 19,-18-19,0 18,0-35,0 36,0-19,17-17,-17 0,18-35,0-1,-18 1,0-1,17-17,18-17,1-18,17-36,35-17,0-18,18-17,-18 17,-35 0,18-35,-54 53,-17 17,0 36,0-18,-17 18,17 17,-18 18,-17-35,-1 17,19 18,-1-18,0 1,1 17,-36-18,18 18,17 0,-35 18,18-18,0 35,35-17,-18 17,0 18,18 0,0-36,0 19,0-19,0 1,0 0,18-1,0-17,-18 18,17-1,18-17,-17 18,17 0,-17-1,17 1,-17-18,0 0,-36 0,0 0</inkml:trace>
  <inkml:trace contextRef="#ctx0" brushRef="#br0" timeOffset="9645.9605">12823 4092,'0'35,"36"71,-1 18,0-1,-17 1,0-1,-18-35,0 1,0-36,17-1,-17-34,0 0,0-1,0 1,-17 0</inkml:trace>
  <inkml:trace contextRef="#ctx0" brushRef="#br0" timeOffset="10036.7545">12665 4110,'0'0,"35"0,36 17,-1 1,1 17,52 36,-52-18,-1-18,36 36,-53-18,0-36,0 36,-18 0,-17-18,-1 18,-17-17,0-1,0 18,0-36,0 36,-17-17,-19-1,-16 0,34 0,-35-17,35 0,1-18,-1 0,0 17,18 1,-35-18,53-35</inkml:trace>
  <inkml:trace contextRef="#ctx0" brushRef="#br0" timeOffset="10358.3741">14270 4039,'-18'18,"1"-18,17 18,-18 34,-17-16,17 34,0 1,1 35,17-18,0-35,0 17,17-17,1 0,17-18,-35 1,18-36,0 17,-1-34,1-19</inkml:trace>
  <inkml:trace contextRef="#ctx0" brushRef="#br0" timeOffset="10617.1375">14323 4145,'70'53,"36"88,35 53,-35-106,-35 1,-18-1,-1-18,-16-17,-1-17,-17-19,-18 1,0-1,-18 1,18 0,-18-1</inkml:trace>
  <inkml:trace contextRef="#ctx0" brushRef="#br0" timeOffset="10882.2751">14746 4445,'18'0,"-36"18,-17-18,-36 53,1-1,17-16,-18-1,18 18,0-18,18 0,17-17,1 0</inkml:trace>
  <inkml:trace contextRef="#ctx0" brushRef="#br0" timeOffset="11243.4426">15081 3792,'71'36,"-1"52,36 18,-35-36,-18 36,0-35,-18-18,-18 17,1-17,0 18,-18-36,0 35,0-17,-36 0,19-35,-1 17,1 0,-1-17,0-18,1 0,-1 0,18 18,-18-1</inkml:trace>
  <inkml:trace contextRef="#ctx0" brushRef="#br0" timeOffset="12096.5811">16228 4251,'17'0,"1"0,17 0,-17 0,0 0,17 0,18 0,-36 0,36 18,-35-18,17 0,-17 0,0 0,-1 0,1 0</inkml:trace>
  <inkml:trace contextRef="#ctx0" brushRef="#br0" timeOffset="12409.4634">15998 4657,'36'0,"-1"0,18 0,-35 0,52 0,-17 17,18-17,-36 18,0-18,0 0,-17 0,-18 18,35-1,-17-17</inkml:trace>
  <inkml:trace contextRef="#ctx0" brushRef="#br0" timeOffset="13309.142">17410 3986,'0'-17,"17"17,-17 53,0-18,0 18,0 17,0 1,0-18,18 53,-18-53,17 17,-17-17,18 18,0-36,-18 0,17 0,1 1,0-19,-18 1,17 0,-17-1,18-17,0 18,-1-18,19 0,-1-53,18 0,35-17,-35-19,0 19,17-54,-34 19,-19 16,-17-17,0 18,0 18,0 34,0 1,-17 0,-1 35,18-18,-18 18,1 0,-19 0,19 0,-19 18,19 0,-1 17,-35-18,36 19,-19-1,36 18,0-35,0-1,0 18,0-17,0 0,0 17,0-17,36-1,-19 1,1 0,17-1,0 1,18-18,-35 0,17 0,-17 0,-18-18,0 1,0-1,0-17,18 17</inkml:trace>
  <inkml:trace contextRef="#ctx0" brushRef="#br0" timeOffset="14083.9747">18327 3404,'17'0,"1"0,0 0,-1 0,36 18,0-18,-18 18,18-1,0 1,-17-1,-36 1,17-18,-17 18,0 17,0 18,0-35,-35 35,17-18,-17 0,17-17,1-1,17 1,17-18,-17-18,18 18,0 0,-1 0,1 0,35 0,-36 0,19 0,-19 0,1 0,-18-17</inkml:trace>
  <inkml:trace contextRef="#ctx0" brushRef="#br0" timeOffset="16104.6335">2417 7620,'17'0,"18"0,18 0,0 0,18 18,52-1,-17 1,-53-18,18 18,-18-18,-18 17,-18-17,1 0,0 0</inkml:trace>
  <inkml:trace contextRef="#ctx0" brushRef="#br0" timeOffset="16835.1655">2681 7691,'0'52,"0"37,35 34,-35-17,18 17,0 1,-18-36,0 0,0-17,0-18,0-18,-18 0,18 1,-18-19,18 1,18-18,0 0,17 0,53 18,0-1,18 1,-18-1,18 1,-53 0,0-18,-18 17,-17-17,-36 0,-17-17,-36-36</inkml:trace>
  <inkml:trace contextRef="#ctx0" brushRef="#br0" timeOffset="17170.2618">2787 8308,'18'0,"-1"0,1 0,-1 0,1 0,53 0,-1 0,1 0,17 0,-35 0,0 0,-18 0,-17 0,17 0</inkml:trace>
  <inkml:trace contextRef="#ctx0" brushRef="#br0" timeOffset="17544.3047">3722 7902,'0'18,"-35"17,-1 36,19 17,17 18,0 0,0-1,17 19,1-36,-18-35,18 0,-1-18,18-17,-17-1,0-17,-1 0,1 0</inkml:trace>
  <inkml:trace contextRef="#ctx0" brushRef="#br0" timeOffset="17912.5126">4445 8008,'88'106,"18"0,0 0,-36-1,-17-34,0-1,-17-17,-1 0,-18-17,1-19,-18 1,18 0,-18-1,17-17,-17 18,18-18,17-18,1-35</inkml:trace>
  <inkml:trace contextRef="#ctx0" brushRef="#br0" timeOffset="18280.8028">4921 8132,'0'35,"-35"-18,17 36,-17-17,0-1,-18 18,35-18,-17 0,0-17,17 17,-17 1,-1-19,19 1,17-1,-18-17,1 0,17 18,-18 0,0-18,1 0</inkml:trace>
  <inkml:trace contextRef="#ctx0" brushRef="#br0" timeOffset="18653.9355">4339 7726,'35'0,"-17"0,17 0,71 35,71 18,-72-18,-34-17,-18 0,0-1,-18-17,-35 18,18-18,-1 0,1 0,0 17,17-17</inkml:trace>
  <inkml:trace contextRef="#ctx0" brushRef="#br0" timeOffset="19027.1401">5539 7373,'0'0,"35"18,53 88,-17-18,17 35,-18-17,-17 0,0-18,-35 36,-1-19,-17-16,0-1,0 0,0-18,-17 1,-1-18,1-18,-1 1,0-36,1 0,-1 0,0 0,1 17,-1-17,0 18</inkml:trace>
  <inkml:trace contextRef="#ctx0" brushRef="#br0" timeOffset="19790.7375">2240 10425,'0'0,"18"0,-1-18,19 18,-1 0,36 0,17 0,70 0,36 0,18 0,-53 0,-71 0,18 0,-88 18,-18-1</inkml:trace>
  <inkml:trace contextRef="#ctx0" brushRef="#br0" timeOffset="20253.0529">2752 10513,'17'0,"1"53,17 53,0 17,-35 0,0 36,0 18,-17-54,17-35,-18-17,18-36,0 0,0 1,0-19,18-17,-1 0,1 18,17 0,18-1,0 1,18-1,-1 19,1-19,-18-17,-18 0,-17 0,-1 0,-17 18,-17-18,-1 18,0-18,1-36</inkml:trace>
  <inkml:trace contextRef="#ctx0" brushRef="#br0" timeOffset="20534.8042">2857 10954,'18'0,"35"0,18 17,17 1,71 0,-89-1,-17 1,18-18,-1 0,-52 18,-1-18,-34 17,17 1</inkml:trace>
  <inkml:trace contextRef="#ctx0" brushRef="#br0" timeOffset="20936.2812">4110 10389,'0'53,"-18"53,1-18,-1 18,18-18,0 0,0-17,0 17,0-17,18-36,-1 18,-17-35,0 17,18-35,-18 18,0-1,17 1,-17-1,0 1,18 0,0 17,70-17,35-18</inkml:trace>
  <inkml:trace contextRef="#ctx0" brushRef="#br0" timeOffset="21545.2342">5345 10283,'-18'0,"0"0,1-17,-36-1,17 18,1 0,-18 0,18 18,17-1,1-17,-1 36,18 17,0-18,0 18,35 0,-17 0,17-18,-17 0,17 18,18 0,0-18,0 1,-35-19,-1 1,18 0,-35-1,18-17,-18 18,18-1,-18 1,0 0,-18-1,18 1,-35 0,-18 17,-18 0,18-17,18-1,-18 1,0 0,18-18,0 0,17 0,1 0,-1 17,18 1,0-53,18-36,70 1</inkml:trace>
  <inkml:trace contextRef="#ctx0" brushRef="#br0" timeOffset="22377.7474">5397 10266,'18'0,"0"0,-1 0,1 0,0 0,17 0,0 0,-17 17,0-17,-1 18,-17 0,18-18,-18 17,0 1,0 0,-35 17,35-17,-36-18,1 17,17 18,-17-17,0 0,17-18,36 0,-1 0,1 0,0 0,-1 0,1 0,0 0,35 0,-1 0,-34 0,0 0,-1 0,-34 0,-1 0,36-18</inkml:trace>
  <inkml:trace contextRef="#ctx0" brushRef="#br0" timeOffset="22845.3646">6050 9984,'0'0,"35"17,18 71,18-17,-18-18,0 17,0-17,-18 18,-17-1,17 1,-18 0,1-1,-18 1,0-18,0 35,0-18,-18 36,-17-35,0-1,0 1,17-36,0-35,18 18,-17-18,-1 0,0 17,1-17,-1 0,18-35,0 0</inkml:trace>
  <inkml:trace contextRef="#ctx0" brushRef="#br0" timeOffset="23470.6656">6862 10266,'0'-18,"17"18,54 18,-1-18,18 17,36 1,-54 0,19-18,-36 17,-36-17,1 0,0 0,-1 18,1-18,-1 0,1 0,-18 18</inkml:trace>
  <inkml:trace contextRef="#ctx0" brushRef="#br0" timeOffset="23994.7042">6773 10742,'0'-18,"18"18,0 0,17 0,18 0,17 0,36 18,-18-18,36 18,-36-1,18 19,-53-36,0 0,-18 0,-17 17,-1-17,-34 0,-1 0,0 0</inkml:trace>
  <inkml:trace contextRef="#ctx0" brushRef="#br0" timeOffset="24643.8519">6897 7885,'17'0,"1"0,53 0,-1 0,1 0,17 17,-18 1,-17-18,0 17,-17-17,-19 0,1 0</inkml:trace>
  <inkml:trace contextRef="#ctx0" brushRef="#br0" timeOffset="25504.802">6862 8378,'17'0,"1"0,52 0,19 0,-1 0,35 0,-52 0,-18 0,-18 0,18 0,-35 0,-1 0,1 0,-1 0,1 0,0 0</inkml:trace>
  <inkml:trace contextRef="#ctx0" brushRef="#br0" timeOffset="28480.5195">8520 7655,'0'-17,"17"17,1 0,35 0,17 0,1 0,17 0,-35 0,18 0,-1 0,-35 0,1 0,-1 0,-17 0,-1 0</inkml:trace>
  <inkml:trace contextRef="#ctx0" brushRef="#br0" timeOffset="28989.7955">8643 7602,'18'0,"17"124,0-36,-17 18,0 17,-18-34,0-1,0-18,0 1,-18-36,18 0,0 1,0-19,18-17,-1 0,18 0,-17 0,17 0,36 18,-1 0,1-1,17 18,-17-35,-1 18,-34 0,-19-1,1-17,-36 0,1-17</inkml:trace>
  <inkml:trace contextRef="#ctx0" brushRef="#br0" timeOffset="29319.0212">8925 8079,'18'-18,"0"18,34 0,1 0,-17 0,17 0,-36 0,18 0,-17 0,0 0,-1 0,19 0</inkml:trace>
  <inkml:trace contextRef="#ctx0" brushRef="#br0" timeOffset="29748.1043">9490 7638,'0'17,"0"19,0 87,0-35,0 0,17 18,1-18,17 18,-17-70,17 34,-17-35,17 1,0-1,-17-35,0 18,-1-18,1 0,0 17,-1-17,1 18,-1-18,1-18,17-17,1 0,-1-18</inkml:trace>
  <inkml:trace contextRef="#ctx0" brushRef="#br0" timeOffset="30031.1692">9895 7779,'142'88,"-19"18,-35-18,-17-17,-18-19,0 1,-18-17,18-1,-36-17,1-1,0-17,-1 0</inkml:trace>
  <inkml:trace contextRef="#ctx0" brushRef="#br0" timeOffset="30304.7509">10495 7849,'0'0,"-18"0,-17 36,0-1,-18 18,18-18,-1 0,-16 1,-1 17,0-1,53-34,-36-18,19 0,17 18,-18-18,18 35</inkml:trace>
  <inkml:trace contextRef="#ctx0" brushRef="#br0" timeOffset="30667.7015">10495 7285,'35'0,"71"70,18 19,-18-1,-54-35,19 17,-18-17,-53 18,18-36,-1 18,-17 17,0 1,0-36,0 1,-17-1,-1 0,-17-17,17-1,18 1,-18-18,18 18,-17-18,-1 0,0 0</inkml:trace>
  <inkml:trace contextRef="#ctx0" brushRef="#br0" timeOffset="31236.2539">11218 7708,'18'0,"0"0,17 0,-17 0,52 0,18 0,0 0,71 35,-18-35,18 0,-53 0,0 0,-71 0,-17 0,-1 0</inkml:trace>
  <inkml:trace contextRef="#ctx0" brushRef="#br0" timeOffset="31691.663">11218 8220,'18'0,"0"0,-1 0,19 0,-1 0,35 17,19-17,-19 0,18 0,36 18,-36-18,18 18,-18-18,-17 0,-36 0,0 0,-17 0,-18 17,17-17,36 0</inkml:trace>
  <inkml:trace contextRef="#ctx0" brushRef="#br0" timeOffset="32921.272">13317 7179,'18'35,"-18"-17,0 35,0 17,0 19,35 34,-35-35,0 0,0 1,0-19,0-17,0-18,0 1,18 17,-18-36,0 19,18-1,17-18,-18 1,1 0,0-1,-1-17,1 0,0 0,-1 0,36 0,-35 0,17 0,0-35,18 0,-53-18,36 0,-1-18,-35 18,18-17,-18-1,0 1,0 35,0-18,-18 0,0 0,-17 18,17 17,18 0,-17-17,-1 17,-17-17,17 17,0 1,1-1,-1 0,1 1,-19 17,36-18,-35 1,17 17,1-18,-1 18,0 0,1 0,-1 0,1 0,-1 18,0-18,1 35,17-18,-18 1,18 17,0 1,0-19,18 19,-18-1,17-17,1 17,0-18,-1 1,-17 0,0-1,18-17,-1 0,1 18,17 0,1-18,17 17,-1 1,1 0,-17-18,17 0,0 0,-36 17,18-17,1 0,-19 0,1 0,0 0,-1 0,-17 18</inkml:trace>
  <inkml:trace contextRef="#ctx0" brushRef="#br0" timeOffset="34975.973">9066 10442,'18'0,"0"0,17 0,0 0,0 18,1-18,-1 17,-17 1,17 0,0 17,1-17,-19 17,36 0,-35 1,17 16,-17-34,-1 17,-17 1,0-1,18 0,-18 0,0-17,0 0,0-1,0 1,0 0,0-1,-18 1,1 0,-1-1,0-17,-17 35,0-17,0-18,-1 18,-17-18,18 0,0 0,-18 0,0 0,18 0,-1 0,19 0,-1-18,0 18,1 0,17-18,0 1,-18-1,1-17,-1 0,0-1,1 1,-1-18,18 36,0-19,0 1,0 0,18-1,-18 19,17-1,1-17,-18 0,18 35,-18-36,0 1,17 35,1-35,-1 17,-17 0,18 1,-18-1,35 1,-17-1,-18-17,35 35,-17-18,17-17,0 17,18 0,-17 1,17-18,0 17,-1 0,-16 1,17-1,0 18,-1-18,-16 18,-1 0,0-17,-17 17,35 0,-36 0,1 0,0 0,-1 0</inkml:trace>
  <inkml:trace contextRef="#ctx0" brushRef="#br0" timeOffset="35993.7882">10142 9772,'18'0,"0"0,-1 0,19 0,16 0,-34 0,35 0,18 35,-19-17,-34-18,17 17,-17-17,-18 18,0 0,0-1,0 19,-18-19,1 19,-1-19,0 36,-17-53,18 18,17-1,17-17,1 0,17 0,18 0,-18 0,18 0,-17 0,-19 0,1 0,-1 0,-34 18</inkml:trace>
  <inkml:trace contextRef="#ctx0" brushRef="#br0" timeOffset="36549.8995">11165 10495,'18'0,"0"0,17 0,0 0,1 0,-1 0,0 0,18 0,18 0,17 0,-35 0,-18 0,0 0</inkml:trace>
  <inkml:trace contextRef="#ctx0" brushRef="#br0" timeOffset="36996.4326">10936 10760,'18'0,"17"0,-17 0,70 0,-18 0,19 0,69 17,-52-17,18 36,-1-19,1 1,-54-18,1 0,-36 18,-17-18</inkml:trace>
  <inkml:trace contextRef="#ctx0" brushRef="#br0" timeOffset="37355.9766">12665 10231,'0'17,"17"71,19 36,-19-54,1 36,-18 35,18-70,-18 17,0-35,0 18,0-54,17 18,-17-17</inkml:trace>
  <inkml:trace contextRef="#ctx0" brushRef="#br0" timeOffset="37775.4781">12947 10248,'53'0,"53"18,-36-18,-17 17,0 19,-18-36,-35 17,36 1,-1 0,-17 35,17-1,-35-16,17 52,-17-35,-17 17,-1-17,-17-17,17-1,1-17,-1 17,0-35,1 0,-1 0,0 0,1 17,-1-17,18-52</inkml:trace>
  <inkml:trace contextRef="#ctx0" brushRef="#br0" timeOffset="38116.8468">14217 9772,'-35'35,"17"-17,0 35,-17-18,0 18,0 18,-1-1,1 1,-18 52,53-70,-18 18,18-1,0-35,0 18,18-17,17-19,-17 36,17-18,-17-17,17 17,18-17,-18-18,-17 0,35 18,17-18,1-36</inkml:trace>
  <inkml:trace contextRef="#ctx0" brushRef="#br0" timeOffset="38424.1912">14376 10072,'53'35,"17"36,-17-18,0-1,-18 1,-17 0,17-17,0-19,-17 18,0 1,-1-36,-17 17,18 1,0-18,-18 18,35-1,-17-17</inkml:trace>
  <inkml:trace contextRef="#ctx0" brushRef="#br0" timeOffset="38689.3891">14746 10037,'-18'0,"1"52,-18-34,-1 53,19-18,-54 17,53-17,-34 0,16-18,1-17,17 17,1-17,17-1,-36-17,36 18,0 0</inkml:trace>
  <inkml:trace contextRef="#ctx0" brushRef="#br0" timeOffset="38996.8594">14993 9737,'18'0,"-1"0,36 105,18-34,-18 70,17-53,-34 18,-19-18,1 36,-18-18,0-18,0 0,-18-35,1 18,-1-54,18 18,-35-17,17-18,0 18,1-18,-1 35</inkml:trace>
  <inkml:trace contextRef="#ctx0" brushRef="#br0" timeOffset="39352.4304">15946 10107,'0'0,"17"0,1 0,17 18,36-1,-1 1,-17 0,-18-18,18 17,0 1,-35-18,-18 18,0-1</inkml:trace>
  <inkml:trace contextRef="#ctx0" brushRef="#br0" timeOffset="39606.5801">16016 10389,'0'0,"18"0,17 0,0 0,18 36,0-19,-18 1,18 17,0-17,0-1,-18-17,1 0,17 18,0-18,17 0</inkml:trace>
  <inkml:trace contextRef="#ctx0" brushRef="#br0" timeOffset="40481.2421">17004 9772,'0'0,"18"0,-1 18,-17 34,18 1,-18 0,0 36,0-1,0 18,0-18,-18 35,18-70,0 18,0-1,0-17,0-35,18 17,-1-17,-17-1,18-17,0 18,17-18,0 0,1-53,16 0,1 0,18-17,-18-1,0-35,0 0,-36-17,-17 35,0-36,-35 36,17 35,-17 0,17 18,-17 17,18 18,17-17,-18 17,0-18,1 18,-19 0,1 0,0 0,17 0,-17 35,17-17,18 0,-17-1,17 1,0 0,0 17,0-18,17 1,1 0,0-18,-1 0,-17 17,18-17,-1 0,19 18,-19-18,1 0</inkml:trace>
  <inkml:trace contextRef="#ctx0" brushRef="#br0" timeOffset="41413.4798">18309 9049,'18'0,"17"0,18 0,35 35,-17-17,-18-1,0 1,-18 0,0-1,-17 1,-1-18,-17 17,0 1,0 17,0-17,-35 0,0 17,17-17,-17-1,0 1,17-18,36 0,-1 0,1 0,0 0,52 18,36 17,-18-18,-17 1,-1-18,1 18,-36-18,0 0,1 0,-19 0,-34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57:27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6967 4286,'18'0,"0"0,-18-17,-441-248,300 212,17-17,18 34,0-17,18 36,53 17,0 0,-18 0,-18 0,-17 17,17 19,-34-1,-1 18,0 17,0 19,0 16,0 19,18-1,18-34,52-19,18 18,18 36,17-54,18 36,35-18,-17-17,-1 17,-35-35,54 0,-36-18,17 0,-35 1,71-1,-53-17,35 17,-35-35,35 18,18-1,-18-17,36 0,-53 0,-19-17,-34 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58:06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3757 3246,'18'0,"-1"0,1 0,0-18,17 18,-17-53,17-35,-18-36,36 1,18-106,-1 87,19-16,-19 17,-34 35,-1 70,0-16,-35-1,18 35,-1 0,-17 1,18-1,-18 0,18 1,-1 34,1 36,17 18,-17-18,-1 17,-17-17,18-35,-18 35,18-36,-1 1,1 0,17-54,18-69,0 34,18-35,-18 36,-18-1,-17 1,17 34,-35 1,17 17,-17 1,0 70,0 17,0-34,0 16,0 1,0-17,18 17,-18-18,18-18,-18 1,0 0,17-1,1 1</inkml:trace>
  <inkml:trace contextRef="#ctx0" brushRef="#br0" timeOffset="263.8258">5627 2346,'17'18,"-17"-1,18-17,-18 18,0 0,0-1</inkml:trace>
  <inkml:trace contextRef="#ctx0" brushRef="#br0" timeOffset="672.2958">8061 1288,'0'-18,"18"18,17 0,53 0,18 0,17 0,1 0,-1 0,-70 0,0 0,-35 0</inkml:trace>
  <inkml:trace contextRef="#ctx0" brushRef="#br0" timeOffset="1094.8521">7814 1746,'0'0,"35"106,-17-35,17-1,-17 1,-1-18,-17 0,18-1,-18 1,18 18,-18-53,17 17,-17-17,18-1,0 1,-1-1,19 1,17 0,17 17,18-17,-17 35,35-53,-53 0,17 0,1 0,-54 0,19 0,-19-18,-34 18,17-18,0-35,0-35</inkml:trace>
  <inkml:trace contextRef="#ctx0" brushRef="#br0" timeOffset="1363.8735">8590 1940,'-18'36,"18"34,0-17,-17 0,-18 35,17-35,-17 0,17 0,-35 0,18-36,0 1,-1-18,1 0</inkml:trace>
  <inkml:trace contextRef="#ctx0" brushRef="#br0" timeOffset="1633.2224">8273 1676,'17'17,"1"19,17-1,18 0,-18 18,1-18,34 18,-35 0,1-18,-1-17,0 17,-17-17,0 0,-1-18,19 0</inkml:trace>
  <inkml:trace contextRef="#ctx0" brushRef="#br0" timeOffset="1932.7027">9190 1693,'0'0,"53"106,-36 18,1-1,0 1,-18-36,0-18,0 19,0-37,0-16,0-19,0 19,-18-36</inkml:trace>
  <inkml:trace contextRef="#ctx0" brushRef="#br0" timeOffset="2188.9364">9454 1305,'36'0,"17"36,-36-19,19 1,-19-18,1 17,-18 1,17-18,-17 18,18-18,17 0</inkml:trace>
  <inkml:trace contextRef="#ctx0" brushRef="#br0" timeOffset="2634.4295">10354 917,'0'-17,"18"17,-1 0,19 0,34 17,18 1,-35-1,0 1,-35-18,-18 18,17-18,1 0,-18 17,0 1,18 17,-1 36,36 52,18 89,-36 0,0-1,1 1,-19-53,19-18,-36-18,0-52,0-18,0 0,0-36,0 1,0 0,-18-18,0 0,-35 0,0 0,-88-53,53 0</inkml:trace>
  <inkml:trace contextRef="#ctx0" brushRef="#br0" timeOffset="2973.1067">9913 1993,'0'18,"18"52,-1-17,-17 18,18-36,-18 0,0 18,0-35,0 0,0-1,-18 1,18-36</inkml:trace>
  <inkml:trace contextRef="#ctx0" brushRef="#br0" timeOffset="3307.5608">10037 1817,'0'0,"17"0,-17-18,18 18,17 0,0 0,-17 0,0 0,-1 0,36 35,-35 1,17 17,-17 0,-1-1,1-34,0 17,-1 18,-17-35,0 0,0 17,0 0,0-17,0-1,0 1,-17 0</inkml:trace>
  <inkml:trace contextRef="#ctx0" brushRef="#br0" timeOffset="3589.8524">10248 2117,'18'-18</inkml:trace>
  <inkml:trace contextRef="#ctx0" brushRef="#br0" timeOffset="3865.1711">9984 2311,'17'0,"1"0,0 0,-1 0,1 0,-18-18,35 18,0 0,36 0,52-18</inkml:trace>
  <inkml:trace contextRef="#ctx0" brushRef="#br0" timeOffset="4600.4443">13758 1640,'18'0,"53"71,17-18,-35 0,0 0,-36-53,1 53,-1-18,1 18,0-18,-18 0,0 1,-36 17,-16-36,-19 18,0-17,19 0,-19-1,0-17,18 0,18 0,0-17,0-19,-1-16,1-19,35 0,0 19,18-1,-1 0,19 0,-1 0,-17 35,34-35,1 0,18 18,17 0,-53 0,36-1,-36 19,1-1,-19 18,18-18,1 1,-19 17,19 0,-1 0,-35 17,53 19,17-1</inkml:trace>
  <inkml:trace contextRef="#ctx0" brushRef="#br0" timeOffset="4997.9371">15399 1499,'17'0,"1"-17,17 17,18 0,-18 0,36-18,0 0,-36 18,-17 0,-1-17</inkml:trace>
  <inkml:trace contextRef="#ctx0" brushRef="#br0" timeOffset="5335.8533">15046 1711,'0'0,"35"0,36 0,-18 0,53 0,-18 0,-35 0,35 0,-18 0,-17 0,-17 0,-54 0</inkml:trace>
  <inkml:trace contextRef="#ctx0" brushRef="#br0" timeOffset="5750.9897">15646 1270,'-18'35,"0"36,18 17,0 35,0 36,18-35,0 52,-18-52,35 17,-35-18,0-35,0 1,0-19,0-17,0-18,0-17,-18 0,18-1,-17-17,-1 0,0 18</inkml:trace>
  <inkml:trace contextRef="#ctx0" brushRef="#br0" timeOffset="6015.6908">15487 2117,'-18'35,"-17"35,0-17,-1 18,1-18,18 0,-19 0,1-36,17-17,18 18,0 0</inkml:trace>
  <inkml:trace contextRef="#ctx0" brushRef="#br0" timeOffset="6268.668">15557 2081,'53'0,"18"36,35 17,-18 17,18-17,-53-35,-18-1,-17 1,-1-18,1 0,-36 0,18 18,-17-1</inkml:trace>
  <inkml:trace contextRef="#ctx0" brushRef="#br0" timeOffset="6695.2101">16351 1217,'0'35,"36"1,-1 34,-18-17,1 0,0 0,-1-35,-17 17,0-18,18-17,0 0,-1 0,1 0</inkml:trace>
  <inkml:trace contextRef="#ctx0" brushRef="#br0" timeOffset="6993.7312">16087 2134,'0'0,"35"-17,-17 17,34-18,1-17,0 17,36-17,-37 17,19-17,0 17,-54 1,18 17</inkml:trace>
  <inkml:trace contextRef="#ctx0" brushRef="#br0" timeOffset="7234.8543">16563 1905,'0'35,"0"1,0 16,0 1,0-17,-18-1,1 18,-19-18,36-17,-17-1,-1-17,18 18,-18-18</inkml:trace>
  <inkml:trace contextRef="#ctx0" brushRef="#br0" timeOffset="7503.6932">16598 1958,'0'0,"35"35,1 0,-19-35,19 36,-19-19,1 1,0-18,-1 0,-34 0,17 18,0-89</inkml:trace>
  <inkml:trace contextRef="#ctx0" brushRef="#br0" timeOffset="7752.0842">16969 1552,'17'0,"19"35,-19 1,1-1,-1 0,-17 1,18-36,-18 17,0 1,0 0</inkml:trace>
  <inkml:trace contextRef="#ctx0" brushRef="#br0" timeOffset="8339.4319">16986 1552,'18'-17,"17"17,36 17,-1-17,-34 18,16-1,-16-17,-36 18,17-18,-17 18,18-1,-18 1,0 0,-18 17,-17-17,17 17,1-35,34 0,1 0,0 0</inkml:trace>
  <inkml:trace contextRef="#ctx0" brushRef="#br0" timeOffset="11236.2134">5627 5292,'17'0,"1"17,35 36,35 88,0-17,1-18,-19-1,-17 1,18 0,-36-35,18 35,-36-36,19-52,-19 35,-17-36,18 19,0-36</inkml:trace>
  <inkml:trace contextRef="#ctx0" brushRef="#br0" timeOffset="11759.163">6279 5415,'0'35,"-35"-17,18 0,-19 17,-17-17,18 17,-18 18,-17-18,-19 18,19 0,-54 0,19 17,34-17,-35-17,53-1,0-18,36 1,-19-18,36 18,-17-18</inkml:trace>
  <inkml:trace contextRef="#ctx0" brushRef="#br0" timeOffset="12435.0271">5274 4762,'0'0,"18"0,-18-17,17 17,1 0,0 0,52 0,18 0,36 17,35 1,52 35,1-35,-36 17,-35-35,-17 0,-1 0,-52 0,-53 0,17 0,-53 0</inkml:trace>
  <inkml:trace contextRef="#ctx0" brushRef="#br0" timeOffset="13043.7551">7532 5468,'17'0,"1"-18,17 18,-17 0,53 0,-19 0,19 0,-36 0,18 0,0 0,-35 0,-1 0,1 0,0 0</inkml:trace>
  <inkml:trace contextRef="#ctx0" brushRef="#br0" timeOffset="13528.0995">7743 4798,'18'70,"17"36,-17-35,-18 52,18-35,-18 36,0 17,0-53,0-17,0-1,0-17,0-18,0 1,-18 17,0-36,18 19,0-19,-17-17,17 18,0-1,0 1</inkml:trace>
  <inkml:trace contextRef="#ctx0" brushRef="#br0" timeOffset="13965.3185">7302 6121,'18'0,"0"0,17 0,0 0,54 0,69 35,-34 0,-1-17,-17 35,-18-36,-17 1,-36-18,0 18,-17-1,0 1</inkml:trace>
  <inkml:trace contextRef="#ctx0" brushRef="#br0" timeOffset="14928.989">10213 4198,'0'-18,"0"1,0-1,-18 18,1-18,-1 1,0 17,18-18,-17 18,-19 0,19 0,-36-17,0 17,18 0,-36 0,1 17,-1 1,18 17,35-35,-17 35,18 1,-1-19,18 19,35 17,-17-36,17 36,0-18,18 18,-17-17,16-1,-16-18,-1 19,0-1,1-17,-1 17,0-17,-17-1,-1 1,1-1,-18 1,0 0,0-1,0 1,0 0,-18-18,18 17,-17 1,-18-18,17 18,-17-1,-1-17,19 0,-1 0,0 0,1 0,-1 0,0 0,18 18,-17-18,-1 0</inkml:trace>
  <inkml:trace contextRef="#ctx0" brushRef="#br0" timeOffset="15484.6122">9049 5098,'35'0,"0"0,18 0,71 0,-71 17,52 1,-16 0,34-18,1 52,-1-52,36 18,-53-18,-1 18,-16-18,-19 0,-35 0,1 0,-19 0,-34 17,-19-17</inkml:trace>
  <inkml:trace contextRef="#ctx0" brushRef="#br0" timeOffset="15884.0787">8837 5503,'0'0,"18"0,-1 0,54 0,17 0,88 36,71-1,53 0,-17 18,-19-35,-17 35,-71-36,-52 1,-71-18,-36 18,1-18,-36 0,1 17</inkml:trace>
  <inkml:trace contextRef="#ctx0" brushRef="#br0" timeOffset="16799.6848">9366 5680,'18'0,"0"53,52 70,18 36,-17 35,-36-53,18 18,-35 52,-1-87,-17-36,0-17,0-1,0-52,0 17,0 0,0-17,0 0,-17-18,-1 0,0 17,1-17,-19 0,-34-70,-54-36,19 0,34 18,18 17,18 36,17-18,-17 35,17-17,1 0,17 17,0 1,-18-1,18 0,0 1,18 17,-1 0,19 17,16 54,-16 35,34-18,-34 0,-19-53,1 18,0 0,-1-17,-17-19,0 1,0-1,-17-17,-1 18,18-36,88-87</inkml:trace>
  <inkml:trace contextRef="#ctx0" brushRef="#br0" timeOffset="18060.1581">10178 6244,'17'0,"1"53,17 18,-17-18,-18-1,0 19,0 0,0-19,0 1,0-17,0-19,0 1,0 0,0-1,0 1,-18-18,18-71,18-52,-1 52,19 1,-19-1,19 1,-1-1,0 1,0 34,-35 19,18 17,-18-18,18 0,-18 1,17 17,1 0,0 17,35 54,0 35,-18 0,0-18,0 18,-17-36,0-35,-1 18,-17 0,18-17,0-19,-36-17,18 18,0-36,53-176,123-18</inkml:trace>
  <inkml:trace contextRef="#ctx0" brushRef="#br0" timeOffset="18763.904">11236 4921,'18'0,"52"0,18 36,36-36,87 17,-87 1,-1-1,-17-17,-35 0,-36 0,-17 0,-1 0,1 0,-36 18</inkml:trace>
  <inkml:trace contextRef="#ctx0" brushRef="#br0" timeOffset="19249.1851">12030 4374,'-18'18,"-17"70,17 36,18 34,-17-34,-19 52,19-35,17 18,-18 18,0-89,18 18,0-53,0-18,0 0,18-17,0-1,-1-17,1 0,0 0,-1 0</inkml:trace>
  <inkml:trace contextRef="#ctx0" brushRef="#br0" timeOffset="19924.2332">12400 5521,'18'0,"17"0,18 0,0 18,35 35,-35-36,0 1,-35 17,17-17,-35 17,17-17,-17 17,0 0,0-17,-52 17,16 0,-17-17,0 17,36-17,-18-18,17 0,18-88,18 35,-1 18,1 17,-1 0,1 1,0-1,-1 0,1 18,17 36,36-1,-1-17,19-18,16-36,-34-34</inkml:trace>
  <inkml:trace contextRef="#ctx0" brushRef="#br0" timeOffset="20250.416">13282 5098,'-18'0,"18"17,-17 36,17 0,-18 18,1 52,-1 1,0-1,1 1,17-1,-18-35,-35 53,35-88,1 0,-1 0,18-35,-18-1,18 1,-17-18,17 18,-18-18,1 0,-1 0,18-18</inkml:trace>
  <inkml:trace contextRef="#ctx0" brushRef="#br0" timeOffset="20860.1058">13194 5733,'18'0,"17"0,35 0,19 17,16 36,-34-35,-1 17,-17 0,-35-35,-18 18,0 0,-18-1,18 1,-35 0,-18-1,36 1,-36-18,17 0,36 17,18-17,0 0,-1 0,1 0,35 0,0 0,-36 18,1 0,0-18,-18 17,-18-17,18 18</inkml:trace>
  <inkml:trace contextRef="#ctx0" brushRef="#br0" timeOffset="21290.646">14217 4992,'-35'17,"17"1,-17 17,17-17,-17 35,35 17,0 36,35 18,18-18,-35-36,17-17,0-18,0 1,-17-19,-18 1,18-18,-18 18,0 17,35-18,18 19</inkml:trace>
  <inkml:trace contextRef="#ctx0" brushRef="#br0" timeOffset="22010.8293">14852 4957,'18'0,"-1"17,1 18,-1 18,1 18,0-18,-18 17,0-34,0 17,0-36,0 36,0-35,0-1,-18-17,0 0,18-53,0-35,0 18,0 17,0 18,36-1,-19-17,1 18,17 17,-35 1,18-18,0 35,-1 0,1 35,35 35,17 36,-17 0,-35-53,17 0,-35 0,18-18,-1-17,-17 17,0-17,-17-18,17 17,-18 1,1-18,17-35</inkml:trace>
  <inkml:trace contextRef="#ctx0" brushRef="#br0" timeOffset="22394.2962">15452 5115,'17'0,"1"0,0 0,17 0,-18 0,1 0,35 0,0 18,-18-18,18 18,-35-18,-1 0,1 0,-18 17,18-17,-1 0,1 0,0-17,-1-1,1 0</inkml:trace>
  <inkml:trace contextRef="#ctx0" brushRef="#br0" timeOffset="22701.4417">15928 4868,'0'36,"53"34,-36-17,1-18,0 1,-18 17,17-18,-17 0,18 0,-18-17,0 0,0-1,-18-17,1 18,-1-18</inkml:trace>
  <inkml:trace contextRef="#ctx0" brushRef="#br0" timeOffset="23257.5969">16210 4463,'0'-18,"18"18,17 18,18 35,-18-1,18 1,0-17,18 69,-18-16,-36-1,18-18,1 36,-36-35,17 17,-17-35,0 17,-17 1,17 0,-18-18,0-1,1-34,-1 0,1-1,17 1</inkml:trace>
  <inkml:trace contextRef="#ctx0" brushRef="#br0" timeOffset="25987.3861">4427 9948,'18'18,"35"70,0 0,35 36,-35-18,-18-53,-35-1,18 1,17 0,-17-17,-18-1,35 0,-17 0,-18-17,17 0,-17-1,0 1,0 17,0-17</inkml:trace>
  <inkml:trace contextRef="#ctx0" brushRef="#br0" timeOffset="26384.7342">5151 9807,'0'0,"-18"35,18 1,-18-1,1 18,17-18,-53 18,17 0,-16 0,-1 0,-18 17,18-34,0-1,18 0,17-17,1-18,-1 0,0 0,-17-18,-18-17,0 0</inkml:trace>
  <inkml:trace contextRef="#ctx0" brushRef="#br0" timeOffset="26724.4232">3986 9560,'18'0,"0"0,-1 0,36 0,18 0,35 0,17 18,1 17,-19-35,-52 18,0-18,-18 0,-17 0,0 17,35 1,17 0</inkml:trace>
  <inkml:trace contextRef="#ctx0" brushRef="#br0" timeOffset="27033.2884">5980 9754,'17'0,"18"0,36 0,-18 18,18 0,-1-18,18 17,-52-17,-19 18,18-18,-17 17,0 1</inkml:trace>
  <inkml:trace contextRef="#ctx0" brushRef="#br0" timeOffset="27385.3211">5944 10125,'0'0,"36"17,16-17,-34 36,53-19,-1 1,-17 0,18 17,-1-18,-34-17,-1 0,0 0,-35 18</inkml:trace>
  <inkml:trace contextRef="#ctx0" brushRef="#br0" timeOffset="28575.641">7920 9137,'0'18,"-35"17,-1-18,-17 54,36 0,-36 34,35-16,1 34,-1 1,18 34,-18-34,18-1,0-35,0 1,0-1,36-18,-36-17,35-35,-35 0,17-18,19 0,-19 0,1 0,0-36,-1 1,-17 17,0-17,0 0,0-18,0 18,0 17,-17-17,17 17,0 0,-18 18,0 0,18-17,0-1,-17 18,-1-17,18-1,-18 18,1-18,-1 18,1-17,-1 17,0 0,18-18,-17 18,-1 0,0 0,1 0,-1 18,0-18,1 0,-1 17,1-17</inkml:trace>
  <inkml:trace contextRef="#ctx0" brushRef="#br0" timeOffset="29574.2233">11165 9966,'18'-18,"0"18,-1 0,1-17,0 17,-36 0,0-36,-17-17,35 18,-35 18,17-19,-17 1,0 0,17 17,-17-17,17 17,0 1,1 17,-1 0,0 0,18-18,-35 18,-18-18,18 18,-18 0,-35 0,17 0,1 18,34 17,-34 0,17 1,0-19,0 72,36-72,-1 36,18-18,0-17,35 35,18-18,-18 18,1 0,52-18,-18 18,36 18,-35-18,-1-18,-17 0,-17-17,-19 0,18 17,-17-18,0 1,-1-18,-17 18,18-1,-18 1,0 0,0-1,-18 1,1 0,-19-1,19-17,-1 0,-17 18,17-18,1 18,-1-18,18 17,18-34</inkml:trace>
  <inkml:trace contextRef="#ctx0" brushRef="#br0" timeOffset="30017.3088">11571 9966,'18'0,"-1"0,1-18,0 18,17 0,0 0,18 0,0 0,-18 0,18 18,-17-18,-19 18,18-18,-17 0,0 0,-1 0,1 0,0 0</inkml:trace>
  <inkml:trace contextRef="#ctx0" brushRef="#br0" timeOffset="30478.2281">11624 10231,'18'0,"-1"0,1 0,0 0,-18-18,17 18,18 0,1 0,17 0,0 0,0 0,-1 0,1 0,-35 0,0 0,-18 18,17-18,19 0,-1 0,18 0,0-36</inkml:trace>
  <inkml:trace contextRef="#ctx0" brushRef="#br0" timeOffset="30830.9441">12735 9578,'36'88,"34"36,-35 17,18-18,-35-35,-18-17,18-1,-18-34,0 17,0 17,0-52,0 17,0 0,0-17,0 0,0-1,0 1,-18 0,0-1,1-17,-1 0</inkml:trace>
  <inkml:trace contextRef="#ctx0" brushRef="#br0" timeOffset="31682.5056">15363 9349,'0'0,"53"88,18 18,-36 17,18 1,-18-19,-17 19,0-36,-18-17,0 17,0-35,0-18,0-17,0-1,0 1,0 0,-18-18,18-71,0-35,18-17,-18 35,17-36,19-17,-1 70,0 1,-17 35,-1-1,1 1,0 17,-1 18,19 0,-1 36,18 17,0 17,0 18,0-17,-1 35,-16-36,-1 1,-17-18,-1 17,-17-52,0 0,0-1,-17-17,17 18,-18-1,-17-17</inkml:trace>
  <inkml:trace contextRef="#ctx0" brushRef="#br0" timeOffset="32011.3306">16351 9596,'18'0,"0"0,-1 0,18 0,18 0,0 0,0 17,18-17,-36 18,-17-18,17 0,-17 17,-1-17,1 0</inkml:trace>
  <inkml:trace contextRef="#ctx0" brushRef="#br0" timeOffset="32478.2362">16492 9807,'0'0,"18"0,0 0,17 0,-17 0,-1 0,36 0,18 0,-1 18,-52-18,17 17,0 1,-17-18,0 18,-1-1,1-17,-18 18</inkml:trace>
  <inkml:trace contextRef="#ctx0" brushRef="#br0" timeOffset="33509.172">17657 9543,'17'-18,"-17"0,35 1,-17-19,0-16,17-1,-17 0,-1 17,1-34,-18 17,0 18,0-1,-18-17,18 36,-35-1,0 18,35-17,-18 17,0 0,-17 0,18 0,-1 17,18 1,-18 35,18 0,18 17,0-35,-1 1,1 17,-1-18,19-35,-19 18,1-1,0 1,17 0,18-1,17-17,1 0,-1 0,-34-35,-1 17,-17 18,-18-17,-18 17,18 53,0 17,18 18,-18 36,0 17,0-18,0 54,0-36,0 18,0-36,0-35,-18 0,0 18,18-70,0-1,-17-18,17 1,0 0,-18-18,0 0,1 0,-1 17,1-17</inkml:trace>
  <inkml:trace contextRef="#ctx0" brushRef="#br0" timeOffset="34250.8703">19756 9296,'17'17,"18"54,-17-1,17 1,-17 52,0-34,-18-19,0 18,0-17,0-36,-18 1,18-1,-18-35,18 17,0 1,0 0,-17-18,-1 0,18-53,0-35,0 17,0-17,0 17,35 1,1 17,-19 35,1 18,-18-17,18 17,-1 0,18 52,-17-34,17 35,1-18,-1 18,-17-18,17 18,-35 0,0 0,18-17,-18-1,0-18,0 1,0 0,0-1,-18 1,18 0,-18-18,18 17,0-52,0-18</inkml:trace>
  <inkml:trace contextRef="#ctx0" brushRef="#br0" timeOffset="34555.1916">20161 9825,'0'-18,"18"18,0 0,-1-17,1 17,-1 0,19 0,34 0,-34 0,16 0,1 0,-35 0,17 0,1 0,-19-18</inkml:trace>
  <inkml:trace contextRef="#ctx0" brushRef="#br0" timeOffset="34877.8272">20814 9384,'0'53,"35"17,0 19,1-19,-19 54,1-19,0-16,-18-1,17-18,-17 1,0-18,0-36,0 19,0-19,0 1,0 0,-17-18,17 17,-18-17,0 0,18 18,-17 0,-1-18</inkml:trace>
  <inkml:trace contextRef="#ctx0" brushRef="#br0" timeOffset="35298.1226">21167 9719,'17'0,"1"0,0 0,-1 0,71 35,-17-17,35 0,-36-1,-34-17,-1 0,-17 18,-1-18,1 0,-18 17,17-17,1 0</inkml:trace>
  <inkml:trace contextRef="#ctx0" brushRef="#br0" timeOffset="35683.5256">21361 10160,'0'0,"17"0,1 0,17 0,1 0,-19 0,18 0,1 0,-19 0,1 0,0 0,-1 0,1 18,0-1,-1 1,36-18,0 35</inkml:trace>
  <inkml:trace contextRef="#ctx0" brushRef="#br0" timeOffset="37332.9773">22348 9137,'-17'0,"-1"0,36 0,-1 18,19 34,-1 19,18 35,-18-36,0 36,18-35,18 35,-18-36,0 18,0-17,-18-18,0 0,1-36,-19 19,1-19,-1 1,-17 0,18-1,-18 1,0 35,0-18,0 0,-18 1,1-1,-18 0,-18 0,17-17,-17 0,18-1,18-17,-19 0,1 0,17 0,-35 0,0-35,1 0,16 35,1-53,0 18,17-1,18 19,0-1,0-17,0 17,0-17,18-18,17-35,18 35,0 0,-18 0,0 18,-17-18,17 18,-17-18,17 35,-17-17,0-1,-18 1,17 18,1-36,-1 17,1 19,-18-1,0-17,0 0,0-1,0 1,0 0,0-1,-35 1,17 17,1-17,-1 0,-17 0,-18 17,17 0,19-17,-19 17,1 1,18-18,-1 35,0 0,1-36,-1 19,0 17,-17 0,17 0,-17 0,18 0,-1 0,0 0,18 17,-17-17,-1 18,18 17,-18-35,1 18,17-1,-18-17,18 18,0 0,0-1,0 1,0 0,0-1,0 1,0 0,-18-18</inkml:trace>
  <inkml:trace contextRef="#ctx0" brushRef="#br0" timeOffset="38953.5781">9331 13388,'0'18,"0"52,0 18,0 36,-35 52,-1-17,1 17,0-17,0-35,17-1,18-35,0-17,0-36,0-17,0-1</inkml:trace>
  <inkml:trace contextRef="#ctx0" brushRef="#br0" timeOffset="40727.2788">9119 13017,'18'0,"0"0,17 0,0-17,0 17,54 0,34 0,1 17,-1 1,0-18,1 35,35 1,-36-19,-70 19,-35-36,17 17,-17-17,-1 18,-17 0,0-1,18 1,-18 17,0-17,0 17,-18 18,-17-18,35-17,-53 17,0 18,0-18,-35 1,-18-1,0 35,-35-34,-17 17,-1-18,35 0,-52 0,17-17,71 0,53-18,17 0,36 0,-1 0,1 0,0 0,-1-18,19 18,-1-18,0 18,36-17,17 17,35 0,1 0,-1 35,36-35,-36 18,1 17,-1-17,1 35,-1-36,1 18,-54-17,1 17,0-17,-36 17,0-17,-35 0,0-1,0 1,0-1,0 1,0 0,-18-18,1 17,-1 19,1-36,-36 35,0-17,-18-1,-17 1,-18-18,-17 18,34-1,1-17,18 0,-1 0,36 0,-18 0,18 0,17 0,0 0,1 0,-1 0,0 0,1 0,-18 0,17 0,-17 0,-1 0,19 0,-19 0,1 0,18 0,-19 0,19 0,-1 0,0 0,1 0,-1 0,0 0,1 0,-1 0,0 0,1 18,-1-18,-17 0,17 0,1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6:59:38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7638 1905,'-18'0,"0"-18,1 18,-1-17,0 17,-17 0,35-18,-17 18,-36-35,35 35,0-18,1 18,-36 0,17 0,1 0,0 0,-18 0,18 0,-18 0,-18 18,18-1,0 1,-17 17,35-17,-18 17,17 1,-17 16,18-34,18 17,-1 18,0-17,1-1,17 18,-18-18,18 18,-18-35,18 35,0-1,18-16,0-1,-1 18,1-18,0-17,-1 35,18-18,1 18,17 0,-18-18,18 0,-53 1,35-1,0-17,-17-1,-18 1,35-18,-17 18,0-18,-1 0,1 0,0 0,-1 0,1 0,-1 0,19 0,-19 0,1 0,0 0,-1 0,-17-18,18 18,-18-18,18 1,-18-1</inkml:trace>
  <inkml:trace contextRef="#ctx0" brushRef="#br0" timeOffset="970.6182">7549 2663,'18'0,"0"0,-1-17,1 17,0 0,17 0,-17 0,34 0,19 17,-18 1,17 0,-34-1,-1-17,18 36,-35-19,-18 1,0 0,0-1,0 1,0-1,-36 19,1-19,0 19,-18-1,-18 0,18 1,0-19,36 1,-1-1,1-17,34 0,18 0,36 18,-36-18,18 0,18 18,-18-1,-36 1,1 0,-18-1,18-17,-18 36,0-19,0 18,0-17,-18 17,-17-17,17 17,-17 1,-1-19,-16 18,16-17,-17 0,18-18,0 17,17-17,1 18,-1-18,0 0,-17 0,17 0,-35-18,1-17,-1 17,0-87,17 34</inkml:trace>
  <inkml:trace contextRef="#ctx0" brushRef="#br0" timeOffset="2088.4113">7743 1499,'18'0,"17"0,1 0,17 36,-1-19,19 18,-18-17,0 17,-35-17,-1-18,18 18,-35-1,0 1,18-18,-18 18,0-1,-18 1,1 17,-18 0,-1 1,-17-19,18 19,0-1,-1 0,1-17,18-18,52 0,0 0,18 0,0 0,-18 0,1 0,16 0,-34 0,0 0</inkml:trace>
  <inkml:trace contextRef="#ctx0" brushRef="#br0" timeOffset="3895.1211">5327 3986,'18'0,"34"0,-16 0,17 0,0 0,-18 0,35 0,19 0,-1 0,35 0,-35 0,36 0,-1 0,19 0,-19 18,0 0,1-18,35 35,17-35,53 18,18-18,0 0,0 0,-17 0,-1 0,-17 0,-1 0,-70 0,-17 0,-36 0,0 0,0 0,-17 0,-1 0,-17 0,18 0,-18 0,0 0,-36 0,19 0,-19 0,1 0,17 0,1 0,-19 0,1 0</inkml:trace>
  <inkml:trace contextRef="#ctx0" brushRef="#br0" timeOffset="4902.6251">7250 5239,'0'0,"17"-18,-34 18,-1 0,0 0,1 0,-19 0,-17 0,18 0,-18 0,0 0,18 0,-35 0,-36 18,35-1,18-17,-17 36,-1-19,18 1,0 17,18 18,-18 18,18 35,17-18,1 18,-1 17,18-35,0 0,0 1,0-19,18 18,17 1,0-54,18 53,0-53,0 18,17 18,1-18,35 0,0 17,52 1,-34-36,-18-17,-18-1,0-17,-17 0,-18 0,-36 0,18-17,1 17,-19-18,1-17,0 17,-1-17,-17 0,0 17,0-35,0-18</inkml:trace>
  <inkml:trace contextRef="#ctx0" brushRef="#br0" timeOffset="5672.3671">7973 6368,'0'53,"0"-1,0 37,0-19,0 36,0-53,-18 18,18-54,0 18,0 1,0-54,0 0,18 18,-1-17,-17-1,36 18,-19 0,19 0,-19 0,19 18,16 17,1-17,-17 35,-19-36,19 36,-1 0,-35 0,0-18,0 18,0-18,0 1,-18-1,1 0,17-17,-18-18,-17 18,17-1,-17 19,-1-19,19-17,-18 0,17 0,0 0,-17 0,17 0,1 0,-1-35,-17 35,17-53,-17-18,0 1,-1-18</inkml:trace>
  <inkml:trace contextRef="#ctx0" brushRef="#br0" timeOffset="6180.6541">7973 6650,'17'-18,"1"18,0 0,17 0,-17 0,35 0,-1 0,-34 0,17 0,-17 0,17 0,1 0,-19 0,18 0,-17 0,0 0,-1 0,1 0,0 0</inkml:trace>
  <inkml:trace contextRef="#ctx0" brushRef="#br0" timeOffset="7165.0819">7673 5151,'35'-18,"-17"0,17 18,0-17,1 17,17 0,-1 0,-16 0,34 0,1 35,-18-17,0 17,0-18,-36 19,19-19,-19 1,1 0,-1 17,-17-17,0 17,0 0,0 0,0 1,-35-1,18-35,-19 35,19-17,-36 0,35-18,0 17,1 1,-1-18,1 0,34 0,1 0,-1 0,1 0,35 0,-18 0,1 0,-1 0,-18 0,1 0,-18 17</inkml:trace>
  <inkml:trace contextRef="#ctx0" brushRef="#br0" timeOffset="8135.2898">10724 3845,'18'0,"0"0,-1 0,36 0,18 0,-18 0,35-17,18-1,-36 0,-17 18,0-17,0 17,-35 0,-1 0,1 0</inkml:trace>
  <inkml:trace contextRef="#ctx0" brushRef="#br0" timeOffset="8643.6745">10989 4075,'18'0,"-1"0,19 0,52 0,-35 0,17 0,-34 0,-1 0,0 0,-17 0</inkml:trace>
  <inkml:trace contextRef="#ctx0" brushRef="#br0" timeOffset="9615.1388">12665 2170,'0'-18,"17"0,19 1,-19 17,1-18,17 18,0 0,-17-18,17 18,1 0,-1 0,0 0,0 0,-17 18,17 17,1-17,-19 0,1-1,0 1,-18-1,0 1,0 17,-18 1,0-1,-17-17,0 17,-18 0,0 0,35 1,-35-1,36-35,-1 18,53-1,-17-17,17 18,18 0,0-1,0 1,0-1,0 19,-35-36,-18 17,0 1,-18-18,0 18,1-1,-36 1,17 0,1 17,17-18,-17-17,0 36,17-19,-17 1,0 0,-18 17,18 18</inkml:trace>
  <inkml:trace contextRef="#ctx0" brushRef="#br0" timeOffset="10099.6555">12100 3369,'18'0,"0"0,34 0,19 0,35-18,53 18,70 0,-17 0,-18 0,-36 0,-17 18,1 0,-90-1,19-17,0 18,-36-18,-17 18,17-18,-18 0,-17 17</inkml:trace>
  <inkml:trace contextRef="#ctx0" brushRef="#br0" timeOffset="10494.9936">12665 3951,'53'106,"-18"0,0-18,-17 35,-18-52,0 17,0 0,0-17,0-18,0 17,0-17,0 0,0-35,0 0,0-1,-18-17,53 0</inkml:trace>
  <inkml:trace contextRef="#ctx0" brushRef="#br0" timeOffset="11093.4156">13388 4216,'0'-18,"0"36,0 35,18 0,-1-18,-17 18,0 0,18-36,17 36,-17-35,-18-1,17-17,1 0,0 0,-1-35,19-18,-36 18,0 0,0-18,0 35,-18-35,18 36,-53-19,18 19,35-1,-36 18,19 0,-1 0,1 0,-19 0,1 0,0 18,17-18,0 17,1-17</inkml:trace>
  <inkml:trace contextRef="#ctx0" brushRef="#br0" timeOffset="11555.2945">15117 3634,'17'0,"1"0,-1 0,1 0,0 0,17 0,18 0,-18 0,53 0,-35 0,18 0,-36 0,18 0,-18 0</inkml:trace>
  <inkml:trace contextRef="#ctx0" brushRef="#br0" timeOffset="11908.7916">14958 4145,'0'0,"17"0,19 0,-1 0,-17 0,35 0,17 0,-35 0,54 18,-19-18,1 17,-18-17,-36 0,1 0,-1 0,1 18,0-18,-1 18,19-1,52 1,124-18</inkml:trace>
  <inkml:trace contextRef="#ctx0" brushRef="#br0" timeOffset="12674.1065">17163 3739,'0'-17,"0"-1,0 1,0-1,-36-17,19 35,-1-53,0 0,-17 17,0 1,17-18,1 36,-1-19,0 36,1 0,17 53,0 0,0 18,0-18,0 17,17-34,1-1,-18 0,18-35,-1 0,-17 18,18-18,0 0,-18-36,0-16,0 34,0 0,0-17,-18 17,0 1,18-1,0 0,-17 1,17-1,-18 0,18 1,0-1</inkml:trace>
  <inkml:trace contextRef="#ctx0" brushRef="#br0" timeOffset="13034.3996">17374 3616,'18'0,"0"0,17 35,-18 1,19-1,-19 0,1 0,-18-17,18 0,-18-1,0 1,0 0</inkml:trace>
  <inkml:trace contextRef="#ctx0" brushRef="#br0" timeOffset="13949.7306">18027 2646,'18'0,"17"0,35 17,-17 1,36 17,-54 18,18-35,0 35,-18-18,0-17,-35-1,0 19,18-1,-18 0,0 18,0-18,-18 1,18 17,-35-18,0 0,-1 0,19-17,-1 0,0-18,18 17,-17-17,-1 18,71 0,35-1,18 36,18-18,-1-17,-17 53,0-36,-18 0,18 18,-36 0,-17-18,-18-17,-17 0,-18 17,18-35,-18 35,17-17,-17-1,0 19,0-19,-17 36,-1 0,-17 0,-18 18,-35 35,17-36,-35 54,1-54,-54 54,71-72,17 1,18-17,18-1,35-17,-18-18,18-18,0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00:32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4480 2117,'0'0,"36"0,-19 0,1-18,-1 18,1 0,0-18,-1 18,1 0,17 0,18 0,0 0,0 0,18 0,-18 0,-18 0,-18 0,19 0,-19 0,1 0,0 0,-1 0,1 0,0 0,-1 0</inkml:trace>
  <inkml:trace contextRef="#ctx0" brushRef="#br0" timeOffset="374.1463">5080 1799,'-18'0,"1"18,-54 52,18 19,0 16,-17 19,17-18,-35 0,17-1,18-34,0-1,18-17,-18 18,18-36,17 0,18-17,-17-18</inkml:trace>
  <inkml:trace contextRef="#ctx0" brushRef="#br0" timeOffset="664.7282">4815 2611,'0'35,"0"35,0 1,0 17,0 36,0-19,0 1,0-18,0 1,0-19,0-35,0 1,0-19,0-70</inkml:trace>
  <inkml:trace contextRef="#ctx0" brushRef="#br0" timeOffset="1105.8591">5115 2469,'18'0,"0"-17,-1 17,18 0,-17 0,0 0,-1 17,-17 19,18 34,-18 18,53 18,-53 0,18 18,-1 34,1-34,-1-1,1-35,17 36,-17-53,-18 17,0-35,0 0,18-1,-18-16,0-19,0 1,-18-18,0 18</inkml:trace>
  <inkml:trace contextRef="#ctx0" brushRef="#br0" timeOffset="1417.2875">5239 2805,'17'0,"1"0,0 0,-1 0,-17-18,18 18,0 0,-1 0,1 53,-1 17,-17 19</inkml:trace>
  <inkml:trace contextRef="#ctx0" brushRef="#br0" timeOffset="1721.7107">4745 3440,'0'0,"70"0,-17 0,18 0,17 0,-17 0,17-18,-18 0,-34 18,-19 0,1-17,0 17,-1-18,18-17,36-53</inkml:trace>
  <inkml:trace contextRef="#ctx0" brushRef="#br0" timeOffset="1987.5394">6456 1570,'17'0,"1"0,17 0,1 0,-19 0,1 0,0 17,-1-17,-17 18,0 0,35 35,-17 17,-18-17</inkml:trace>
  <inkml:trace contextRef="#ctx0" brushRef="#br0" timeOffset="2543.3699">6227 2240,'17'0,"36"0,0 0,35 0,-17 0,-1 0,-17 0,-35 0,17 18,-17-1,-18 1,17 35,-17 18,0-36,-17 35,-1-17,-17 0,-18 0,18-18,-1-17,19 17,34-35,36-17,-35 17,17 0,-17 0,-1 0,-17 53,0 17,0-17,-17 18,-18-36,-1 18,19-18,-19 0,1-17,0 0,17-1,1-17,-1 18,18 0,-18-18,-17 0,-18-71,18-52</inkml:trace>
  <inkml:trace contextRef="#ctx0" brushRef="#br0" timeOffset="2777.3197">6244 2822,'18'0,"-1"0,1 0,35 18,-35 35,-1-36,19 19,-1-19,-18 1,1 0,0-1,-1 1,19-18,34-35,71-107</inkml:trace>
  <inkml:trace contextRef="#ctx0" brushRef="#br0" timeOffset="3168.3986">7179 1834,'-18'71,"18"-18,0 35,0-35,0 0,0 0,0 0,18-36,0 1,-18 0,17-18,1 17,0-17,-1 0,18 0,-17 18,17-18,18 0,0 0,-17-18,16 18,-16 0,-19-17,19 17,-19 0</inkml:trace>
  <inkml:trace contextRef="#ctx0" brushRef="#br0" timeOffset="3427.4869">7267 2558,'0'0,"0"35,0-17,0 34,0 19,0-18,-17 17,-1 54,-17-53,-18 34,17-52,19 0,-18-35,-1 17,1-17,-18-18,0-71</inkml:trace>
  <inkml:trace contextRef="#ctx0" brushRef="#br0" timeOffset="3694.0962">7038 2434,'35'18,"18"35,0 0,0-18,0 18,-18-18,0 0,1-17,-19 0,-17 17,36-35,-36 18,17-18,-17 17,0 1,18-18,0 0,17 17</inkml:trace>
  <inkml:trace contextRef="#ctx0" brushRef="#br0" timeOffset="4155.0341">10513 2064,'0'70,"0"18,53 71,-36 0,-17-36,0 19,0-19,-17-35,17-17,0-18,0-18,0 0,0 1,-18-19,0 1,18-89,0-52</inkml:trace>
  <inkml:trace contextRef="#ctx0" brushRef="#br0" timeOffset="4553.1627">10513 2081,'17'0,"19"0,17 0,0 36,35-1,-35-17,0 17,-1-18,1 19,-17-19,-19 19,1-19,17 36,-17 0,-18 18,0-36,0 36,-35-1,-1 1,1-1,-18-17,18-18,-18 1,53-19,-35-17,-1 18,36 0,-17-18,17 17,-18-17</inkml:trace>
  <inkml:trace contextRef="#ctx0" brushRef="#br0" timeOffset="4934.8231">11765 2064,'-18'0,"1"35,-18 18,17 0,-17 17,17-17,-35 36,53-19,-18-35,18 18,0-17,0-19,0 18,18-35,0 18,-18 0,17-18,-17 17,18-17,0 18,-1-18,1 0,17 0,18-18,0-17</inkml:trace>
  <inkml:trace contextRef="#ctx0" brushRef="#br0" timeOffset="5211.7631">12224 2187,'17'0,"-17"18,18-1,-18 1,0 0,18-18,-18 17,0 1,17 0,-17-1,18 1,0 0</inkml:trace>
  <inkml:trace contextRef="#ctx0" brushRef="#br0" timeOffset="5665.8727">13335 1729,'18'35,"35"35,88 36,-18 18,1-1,17 54,-88-89,-18-35,0 17,-17 36,-18-53,0 53,-35 17,-18-52,-18-1,18 19,0-36,0-18,36-18,-19 1,19 0,-1-18,0 0,1 0,17 17</inkml:trace>
  <inkml:trace contextRef="#ctx0" brushRef="#br0" timeOffset="6689.487">2716 7020,'0'0,"106"88,71 54,-36-1,35 0,-17 18,-53-18,0-36,-18 1,-35-35,0-18,-18 0,-18-36,1 1,-18 0</inkml:trace>
  <inkml:trace contextRef="#ctx0" brushRef="#br0" timeOffset="7102.9107">3916 7214,'0'0,"-18"18,-17 0,-36 34,1 1,-1 0,1-17,-19 17,19-18,-1 18,-87 17,52-34,18 16,17-34,0 0,1-18,35 17,-18-17,17 0,19 0,-1 0</inkml:trace>
  <inkml:trace contextRef="#ctx0" brushRef="#br0" timeOffset="7557.5949">2663 6950,'18'0,"0"0,-1 0,19 0,52 0,124 0,-36 0,36 0,-71 0,-18 0,-70 0,-35 0,-1 0,1 0</inkml:trace>
  <inkml:trace contextRef="#ctx0" brushRef="#br0" timeOffset="8228.6658">5309 7338,'18'0,"17"0,36 0,-1 35,19-35,-1 18,-18-1,36 1,-71-18,36 18,-36-18,-17 0,17 0,-17 17,-18 1,17-18,1 0,0 0,17 18</inkml:trace>
  <inkml:trace contextRef="#ctx0" brushRef="#br0" timeOffset="8598.4101">5592 7620,'17'0,"54"0,17 0,35 18,1-1,-1-17,-34 0,-1 0,-18 0,-34 0,-19 0,18 0,-35 18</inkml:trace>
  <inkml:trace contextRef="#ctx0" brushRef="#br0" timeOffset="9020.7244">6544 7161,'35'0,"1"0,105 36,17-1,36 35,-52-17,-72-17,-35-19,-17-17,-18 18,18 17,-1 1,-17 52,-35-18,35-17,-35 0,17-18,-17 1,17-19,18 1,0 0,-17-18,-1 0</inkml:trace>
  <inkml:trace contextRef="#ctx0" brushRef="#br0" timeOffset="9348.793">8819 6932,'36'53,"-1"106,18-1,-18 19,-35-18,0 17,0-53,0-34,0-19,-17-34,17 16,0-34,-18-18,18-70</inkml:trace>
  <inkml:trace contextRef="#ctx0" brushRef="#br0" timeOffset="9731.9414">8802 6950,'53'0,"35"35,18 0,-36 36,18-36,-52-17,17 35,0-18,0 18,-18 0,-18 17,19-17,-36 0,0 18,0-18,0-18,-18 18,0 0,-17-18,0 18,0-53,35 18,-18-18,0 0,1 0,52-124</inkml:trace>
  <inkml:trace contextRef="#ctx0" brushRef="#br0" timeOffset="10061.5566">9984 6826,'-18'18,"0"35,1 0,-19 17,19 36,17-18,-18 36,18-54,0 1,0-36,0 18,18-18,17 1,0-19,-35 1,36 0,-1 17,-17-35,17 0,-18 0,19 0,17-35</inkml:trace>
  <inkml:trace contextRef="#ctx0" brushRef="#br0" timeOffset="10356.9347">10495 7020,'35'53,"89"88,-18-35,0 0,-54-35,1 17,0-35,0-18,-18-35,-17 18,0-1,-1 1,1-18,0 0,35 0,35-35</inkml:trace>
  <inkml:trace contextRef="#ctx0" brushRef="#br0" timeOffset="10631.6534">11165 7003,'0'0,"0"17,-17 36,-1 0,0 18,-17-36,18 35,-36 19,-18-19,1 1,-1-1,18-34,0-19,-17 1,-1-18,53 0,-17 0,0-35,0-36</inkml:trace>
  <inkml:trace contextRef="#ctx0" brushRef="#br0" timeOffset="10968.926">10301 6773,'18'-17,"-1"17,36 17,88 36,-17-17,-1-19,-34 1,-19-1,1 1,-18 0,-36-18,36 35,-18-35,-17 0,17 0,-17 18,0-18,-1 0,1 0,0 0,-1 0</inkml:trace>
  <inkml:trace contextRef="#ctx0" brushRef="#br0" timeOffset="11266.4666">11324 6738,'35'0,"54"71,52 34,-71-52,18 36,-35-19,-17-17,-19 0,19 17,-36-17,0 0,0 0,0-17,0 16,-18-16,0 17,-17-36,35 36,-35-35,17 17,0-35</inkml:trace>
  <inkml:trace contextRef="#ctx0" brushRef="#br0" timeOffset="11635.4673">12330 6914,'0'-17,"52"17,19 0,17 0,-17 17,-18 1,17-18,-17 18,18-1,-36 1,36 0,-1-1,1 1,-18-18,-18 18,-17-18,-18 17</inkml:trace>
  <inkml:trace contextRef="#ctx0" brushRef="#br0" timeOffset="11890.4419">12330 7373,'17'0,"1"0,17 0,36 0,-1 18,18-1,-17 1,0-18,-19 18,19-18,0 17,17 1,-18 0,36-1,35 1,18 35,0-36</inkml:trace>
  <inkml:trace contextRef="#ctx0" brushRef="#br0" timeOffset="12571.1912">14446 7426,'0'35,"18"18,0 0,-1 53,-17-18,18 0,-18 36,0-36,0-17,0-1,0-35,0-17,0 0,0-1,17-140,54-36,17 0,-17 36,-1-18,-17 105,0-16,-35 34,-1 0,1 18,0 36,17 69,-17-52,-1 18,36 35,-53-36,18-35,-18 1,0 17,0-36,0 1,0 0,0-1</inkml:trace>
  <inkml:trace contextRef="#ctx0" brushRef="#br0" timeOffset="13009.7507">14058 6967,'0'0,"53"0,35 18,36 0,35-18,-18 35,17-35,19 0,52 0,-17 0,-71 0,-18 0,-70 0,-35 0,-36 0</inkml:trace>
  <inkml:trace contextRef="#ctx0" brushRef="#br0" timeOffset="13792.1538">14870 6191,'52'0,"37"36,17 16,-36 1,-17-35,-35 0,17 17,-35 0,18-17,-1 17,-17 18,0-18,-17 1,-19-1,19 0,-19-17,-17-1,18 1,0-18,17 0,-17 0,-18-35,0-1,-35-34,53 17,-1 18,19-1,17 1,-18 0,18 17,0-17,0-18,0 35,0-17,18 0,-1 0,1-1,17 1,1 0,-1 17,18 0,0 1,-18-1,-17 1,-1 17,19 0,-1 0,-18 0,19 0,-1 0,-17 17,-1-17,19 0,-19 0,1 0</inkml:trace>
  <inkml:trace contextRef="#ctx0" brushRef="#br0" timeOffset="14680.5594">15399 5574,'35'0,"36"0,-1 0,-35 18,18-1,-17 1,-19-1,-17 1,18 0,-18-1,0 19,0-1,0 0,-35 0,17 18,-35-17,18 17,-53-1,70-34,-17 0,52-18,19 0,-1 0,18 0,0 17,-18-17,36 18,-19 0,1-18,-17 0,-1 0,-17 0</inkml:trace>
  <inkml:trace contextRef="#ctx0" brushRef="#br0" timeOffset="17399.0491">3316 9507,'0'0,"88"89,0 69,54 54,-1 17,17-17,-52-53,-18 35,18-36,-70-87,-1 0,0-1,-35-35,0-17,0-36,-17-70,17-35</inkml:trace>
  <inkml:trace contextRef="#ctx0" brushRef="#br0" timeOffset="17726.6652">4392 9860,'-70'35,"17"1,-18 34,-17 18,17-17,-17 17,35 18,-35-35,-18 34,36-16,-19-36,36-18,53-18,-17 1</inkml:trace>
  <inkml:trace contextRef="#ctx0" brushRef="#br0" timeOffset="18087.5302">4762 10601,'36'106,"17"17,-18 1,-17-1,-1-17,-17-71,18 36,-18-36,0-17,0-1</inkml:trace>
  <inkml:trace contextRef="#ctx0" brushRef="#br0" timeOffset="18437.9286">6385 9913,'18'0,"35"0,53 18,52 35,54-18,53 0,-18 0,35-35,18 0,-36 36,-52-19,-36-17,-123 0,0 0,-53 18</inkml:trace>
  <inkml:trace contextRef="#ctx0" brushRef="#br0" timeOffset="18737.2634">6826 10407,'124'18,"-1"34,18 1,0-17,18 17,53 0,-36-18,-17-18,0 19,-53-36,-36 0,54 0,-72 0,-16 0,-19 0,1 0,17-18,-35 0</inkml:trace>
  <inkml:trace contextRef="#ctx0" brushRef="#br0" timeOffset="19143.5056">8731 10072,'141'35,"-17"-17,-18 35,-36-18,-35-17,-17-18,-18 17,18 18,-18-17,17 17,-17 1,0-1,0 18,0-18,-17 0,-19 1,19-1,-1-17,-17-1,0 19,35-19,-18-17,0 18,1-18,-1 0,0 0</inkml:trace>
  <inkml:trace contextRef="#ctx0" brushRef="#br0" timeOffset="19458.6116">9807 10019,'0'35,"18"53,17 36,-17-1,-1 1,1-36,-18 35,0-52,0 0,0-19,0-16,0-1,0-17,0-1,-18 1</inkml:trace>
  <inkml:trace contextRef="#ctx0" brushRef="#br0" timeOffset="19836.7823">9860 10054,'18'0,"17"0,36 18,-1-1,1 36,-1-35,-17 17,-18 18,18-35,0 70,-17-53,-1 18,-18 0,1 0,-18-18,0 18,0 0,0-18,-35 1,17-1,1 0,-19-17,1-18,17 0,1 0,-1 0,0 18,1-36,-1-141</inkml:trace>
  <inkml:trace contextRef="#ctx0" brushRef="#br0" timeOffset="20177.7889">10777 9825,'-17'17,"-1"72,0-19,-17 54,18-54,-19 36,36-18,0 0,0-35,0-17,0-1,18 0,0-17,-1-18,-17 18,18-18,-1 0,1 0,17 0,18 0</inkml:trace>
  <inkml:trace contextRef="#ctx0" brushRef="#br0" timeOffset="20465.7123">10883 10107,'35'53,"36"18,-36-19,1-16,-1 17,0-18,-17 0,-1-17,-17-1,18-17,0 18,-18 0,17-1,1-17</inkml:trace>
  <inkml:trace contextRef="#ctx0" brushRef="#br0" timeOffset="20723.5778">11236 10160,'-18'18,"-17"-1,0 36,-1-18,1 1,0-1,-18-17,35 17,18-17,-35-1</inkml:trace>
  <inkml:trace contextRef="#ctx0" brushRef="#br0" timeOffset="20983.1526">11465 10319,'36'35,"-36"36,35-19,-18 19,1 0,-18-36,18 18,-18 0,0-36,0 1,0 0,-18-1</inkml:trace>
  <inkml:trace contextRef="#ctx0" brushRef="#br0" timeOffset="21302.7281">12047 9948,'0'0,"53"53,0 53,18 0,-18 0,0 17,-18-17,-18-18,-17 0,18 18,-18-53,0 18,-18-1,1-34,-1-19,1-17,17 18,-18-18,18 17,-18-17,1 0</inkml:trace>
  <inkml:trace contextRef="#ctx0" brushRef="#br0" timeOffset="21654.4298">12665 10477,'0'0,"17"0,19 0,52 36,-18-19,-17 19,-17-36,16 17,-16 1,-1-18,-17 0,-1 18,1-18,0 0</inkml:trace>
  <inkml:trace contextRef="#ctx0" brushRef="#br0" timeOffset="21975.4718">12541 10830,'0'0,"18"0,0 0,-1 0,1 0,70 0,35 18,19 17,-37-35,19 18,-18-1,-36-17,-17 18,18-18,-36 18,18-18,-18 0,18-18</inkml:trace>
  <inkml:trace contextRef="#ctx0" brushRef="#br0" timeOffset="22592.3189">14411 10442,'0'0,"106"53,0-18,-1 36,-34-18,0 0,-19 0,-16 0,-19-36,1 1,-18 17,0 0,0 1,0-1,-35-17,-18-1,0 1,-71 0,54-18,-1 0,54 0,-1 0,-17 0,17-18,1-35,-19-18,19 1,-1 17,18 0,0 18,0 0,0 17,0 0,0-35,18 18,17 0,18-18,35-35,35-1,19 37,16-54,-34 53,35-18,-54 36,-52 17,0 1,-18 17,-17 0</inkml:trace>
  <inkml:trace contextRef="#ctx0" brushRef="#br0" timeOffset="23203.7396">15769 9648,'18'0,"-1"0,36 18,0 0,0 17,-35-17,-1-18,-17 17,0 1,0 0,0-1,0 1,-17-1,-1 1,1 0,-1-18,36 0,-1 0,36 0,-18 17,18-17,0 18,-35-18,-1 0,1 0,-18 18</inkml:trace>
  <inkml:trace contextRef="#ctx0" brushRef="#br0" timeOffset="25815.7258">16633 6509,'18'-18,"0"0,-18 1,0-1,0 1,0-19,0 1,0 17,-18-35,0 18,1 0,-18-18,35 0,-36 18,19 17,-36-35,17 18,1-18,18 18,-36-1,0 19,0-36,-18 18,-35-18,1 0,-19-18,-88-17,-35 17,-17-17,-36 53,-35-18,-53 0,-53 18,-106 0,53 35,71 0,-106 0,-18 0,-53 0,124 0,141 0,88 0,0 0,106 0,-18 35,106-35,0 0,18 18,0-1,-1 1,19 35,-19 0,1 17,0 1,0-1,-1 1,-17-1,18 1,0 0,0 34,17-34,-17 35,17-18,18 35,0 1,0-18,0 17,0 1,18-1,35 36,-18-53,0-18,0-18,18-17,0 36,0-54,18 53,-1-35,-17 0,18 0,17 35,-18-35,36 35,0-35,18 18,17-1,0-17,53 53,-35-71,-1 18,-17-18,18 18,18-35,-19-18,54 53,-36-53,18 0,-17 0,34 0,1 0,-35 0,34-18,-70 1,18-1,-18 0,53-35,-53 36,18-1,17-35,18 18,-17-18,17-18,-18 1,18-1,-17 1,-54 17,18-18,-17 1,-18 17,-1-18,-34 18,17 0,-35-35,0 35,18-17,17-18,-35-18,17 35,-17-52,18 17,17 0,-35 0,17 0,-34 36,-19 17,19 18,-19-18,1 17,-1 1,19 0,-19 0,1-1,-18 1,18 17,-18 1,17-19,1 36,-18-17,0-1,18 1,-18-1,17 18,-17-18,18 18</inkml:trace>
  <inkml:trace contextRef="#ctx0" brushRef="#br0" timeOffset="27343.6791">18732 6191,'36'18,"17"52,17 54,-17-18,18 0,-18-1,17 19,-35-18,36 0,-36 17,1-52,-1-1,-18-17,19-35,-19 17,1-35,0 0,-18-18,17 1,1-54,17-176,36 36,35-54,17 18,18 35,0-17,0 35,-17 35,-36 89,-53 17,-17 35</inkml:trace>
  <inkml:trace contextRef="#ctx0" brushRef="#br0" timeOffset="29057.5356">11236 14358,'18'0,"35"88,35 18,0 18,-35 17,17-18,19 71,-19-70,1-19,-36-16,0-1,1-18,-19-52,1 17,-18-17,0 0,17-18</inkml:trace>
  <inkml:trace contextRef="#ctx0" brushRef="#br0" timeOffset="29463.1925">11836 14340,'-18'53,"0"0,-17 18,0-1,-36 36,1-35,-18 70,-36-18,-35 18,18-17,-18-18,54 0,52-54,17-16,36-19,0-34,18 17,-18-88</inkml:trace>
  <inkml:trace contextRef="#ctx0" brushRef="#br0" timeOffset="30033.8184">10266 14023,'35'0,"18"0,53 0,106 35,17 0,53 1,-17-1,-36-35,0 0,-17 0,-124 0,-17 0,-54 0,1 0,0 0,-18 18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01:45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13053 4004,'35'0,"53"18,71-1,17 36,36-35,17 35,-17-53,0 17,-36-17,-52 0,-36 18,-18-18,-34 18,-19-18,1 0,-1 0,-17 17,36-17,17 0,-18 18,71 0,-53-1,53 1,17-18,-52 18,-19-1,19-17,-36 0,-17 0,17 0,-17 0,0 0,-1 0,1 0</inkml:trace>
  <inkml:trace contextRef="#ctx0" brushRef="#br0" timeOffset="1788.0986">2205 5574,'35'0,"0"0,18 0,0 0,0 0,0 0,18 0,-1 18,-35-18,1 0,-1 0,-17 0,17 0,-17 0,-1 0,1 17</inkml:trace>
  <inkml:trace contextRef="#ctx0" brushRef="#br0" timeOffset="2625.7047">2293 5609,'0'71,"0"52,0 36,0-36,0 1,-18-1,1-34,17-19,-18 1,0-36,1 0,17 18,-18-35,18 17,0-17,0-1,18-17,-1 0,36 18,18 0,17-1,-17 1,-1 0,18-18,-17 17,35 1,-71-1,18-17,-18 0,-17 0,0 0</inkml:trace>
  <inkml:trace contextRef="#ctx0" brushRef="#br0" timeOffset="3040.0183">2417 6032,'17'0,"71"18,-35-18,18 18,-36-1,18 1,18 0,-36-1,0-17,-17 18,-1-18,1 0</inkml:trace>
  <inkml:trace contextRef="#ctx0" brushRef="#br0" timeOffset="4096.7726">17639 2716,'0'89,"0"34,0 1,-18-1,18 18,-17-17,17 34,-18-87,0-18,18-18,0 0,0-17,0 0,0-54,0-17</inkml:trace>
  <inkml:trace contextRef="#ctx0" brushRef="#br0" timeOffset="4785.5501">17674 2875,'18'0,"-1"0,54 53,-18 0,35 18,-35-19,-18 19,-17-18,17 17,-17-17,-18-17,17-19,-17 1,0 0,18-18,-18-18,0 0,0-123,18 18,35-36,-18 35,0 1,1 52,-19 19,1-1,-1 53,-17-18,0 53,0-17,0 17,0 18</inkml:trace>
  <inkml:trace contextRef="#ctx0" brushRef="#br0" timeOffset="5403.5401">19068 2434,'-18'0,"-17"0,-1 0,19 35,-36 1,18 17,17-18,-17 18,17 17,18 19,0-19,0 18,0-17,0-36,18 18,-1 0,1 0,17 0,-17-18,0 18,-1-18,18 18,-17-53,0 35,-1-17,1-18,0 0,-18 18,0-1,17-17,1 18,-18 17,35 1,18-1,53 35</inkml:trace>
  <inkml:trace contextRef="#ctx0" brushRef="#br0" timeOffset="5937.7585">21484 3316,'71'35,"-18"1,17 17,-17-18,-35-18,17 1,-17 17,-1 1,1-1,-18 0,0 1,0 16,-18-34,1 35,-19-35,36-1,-17-17,17 18,-36 0,19-18,-1 0,1 0,17 17</inkml:trace>
  <inkml:trace contextRef="#ctx0" brushRef="#br0" timeOffset="6718.1951">24148 2240,'17'0,"1"0,0 0,-1 0,54 53,70 35,-35 0,-36-17,1 0,-18 17,0-18,-18-17,-17 0,-1 0,-17 18,0-1,-17 1,-19 35,-34-36,17 36,18-53,-1-18,-17 0,53 1,-17-19,-1-17,0 0</inkml:trace>
  <inkml:trace contextRef="#ctx0" brushRef="#br0" timeOffset="8324.3105">4092 5433,'-35'0,"-18"35,0 0,-17 18,17 0,-18 0,-17 53,35-18,18-17,17 17,0 18,1-18,17 0,0 36,17-54,1 18,17 0,1-17,-1-36,0 18,-17-17,-18-1,17-35,1 0,-18 17,18 1,17-18</inkml:trace>
  <inkml:trace contextRef="#ctx0" brushRef="#br0" timeOffset="8773.7142">4604 6015,'0'0,"88"70,53 107,0-18,-35-54,-35 1,-19 0,1-35,-17-1,-1-17,-17-18,-1 1,1-36,-18 17</inkml:trace>
  <inkml:trace contextRef="#ctx0" brushRef="#br0" timeOffset="9096.5705">5486 6279,'-18'0,"18"18,-53 35,18 0,-18-18,-18 36,-17-1,18-17,-19 18,19-18,-1 0,18-18,18-17,0-1,35 1</inkml:trace>
  <inkml:trace contextRef="#ctx0" brushRef="#br0" timeOffset="9502.8571">6068 6473,'17'0,"1"0,17 0,-17 0,35 0,35 0,36 0,-1 18,-35-18,-17 0,-1 0,-52 0,17 0,-17 0,-18-18</inkml:trace>
  <inkml:trace contextRef="#ctx0" brushRef="#br0" timeOffset="9776.2045">7285 5556,'17'0,"1"18,35 35,-18-36,-17 1,-18 17,35-17,-17 0,0 17,-1 0,1-17,35 17,0-17</inkml:trace>
  <inkml:trace contextRef="#ctx0" brushRef="#br0" timeOffset="10009.9958">8184 5556,'-17'0,"-1"18,-17 0,-18 34,18-16,-18 17,35-53,-35 53,0-18,18 0,0-17</inkml:trace>
  <inkml:trace contextRef="#ctx0" brushRef="#br0" timeOffset="10401.6055">7761 5944,'0'88,"0"36,0-18,0 17,0 1,0-36,0 0,-18-17,1-18,17-18,0-17,-18-18,1 0</inkml:trace>
  <inkml:trace contextRef="#ctx0" brushRef="#br0" timeOffset="11097.6605">8114 5415,'18'0,"34"18,19 17,17 18,18 18,0-1,-53-17,17 18,1-1,-36-17,-17-18,17 18,0 18,-17-1,0 1,-1-1,-17 19,0-19,-17 1,-1-1,-17 1,17-36,-17 18,17 0,-17-18,17-17,1-18,17 18,-18-18,0 0</inkml:trace>
  <inkml:trace contextRef="#ctx0" brushRef="#br0" timeOffset="11646.1612">9331 5768,'18'0,"-1"0,1 0,0 0,-1 0,1 0,-1 0,19 0,-1 0,18 0,0 0,-18 0,18 0,0 0,-18 0,0 0,18 0,-17 0,-19 0</inkml:trace>
  <inkml:trace contextRef="#ctx0" brushRef="#br0" timeOffset="12312.4785">9631 6191,'17'0,"1"0,0 0,-1 0,19-17,-1 17,35 0,1 0,17 0,-35 0,0 0,0 0,-18 0,1 0,-19 17,1-17,-1 0</inkml:trace>
  <inkml:trace contextRef="#ctx0" brushRef="#br0" timeOffset="12711.8991">10883 5362,'0'-17,"18"17,-1 0,1 0,17 0,-17-18,35 18,17 0,54 18,-36-18,0 0,1 0,-37 0,-34 0,0 17</inkml:trace>
  <inkml:trace contextRef="#ctx0" brushRef="#br0" timeOffset="13219.1531">10830 5609,'18'35,"35"54,-18 16,0 1,-17 18,0-36,-1 18,-17-18,0 0,-17-17,17-36,0 0,0-17,0 0,17-18,36 35,35 0,36 18,-1-18,18 18,-17-35,-71 0,17-18,-34 0,-54 0,18 17,0 1</inkml:trace>
  <inkml:trace contextRef="#ctx0" brushRef="#br0" timeOffset="13525.773">11218 6121,'36'-18,"17"18,35 0,-18 35,-17-35,-35 18,-1-18,1 18,0-18,-1 17,1-17,0 36,35-36,17 17,18-34</inkml:trace>
  <inkml:trace contextRef="#ctx0" brushRef="#br0" timeOffset="13828.773">12153 5750,'0'53,"18"53,-18-53,0 70,17-52,-17 17,0-53,18 1,0-1,-1-17,-17-1,18 19,0-36,-1 0,1 0,0 0,-1-18</inkml:trace>
  <inkml:trace contextRef="#ctx0" brushRef="#br0" timeOffset="14118.6673">12524 5644,'17'0,"19"53,52 53,-35-53,-18 18,0-36,0 18,-17 0,17-18,1 0,-1-17,-17 17,-18-17,17-18,-17 18,18-18,-18 17,35-17,0-70</inkml:trace>
  <inkml:trace contextRef="#ctx0" brushRef="#br0" timeOffset="14354.0737">13000 5627,'-18'35,"18"18,-35 35,0-17,-36 87,-17-52,17-35,1 17,52-53,-17-17,17 0,1-18,17 17,0 1,-18-18</inkml:trace>
  <inkml:trace contextRef="#ctx0" brushRef="#br0" timeOffset="14687.585">13264 5768,'89'106,"-54"0,18-1,-18-16,-17-19,-1 1,-17-1,0-34,0 16,0-16,-17-1,17-17,-36-1,36 1,-17-18,-1 0,1 0,-1 0,-17 18,35-1</inkml:trace>
  <inkml:trace contextRef="#ctx0" brushRef="#br0" timeOffset="15051.1334">14217 5874,'18'0,"-1"0,1-18,-1 18,1 0,17 0,1 0,-19 0,72 0,-19 18,1-1,-18 1,-36 0,18-18,-17 0,-18 17,18-17</inkml:trace>
  <inkml:trace contextRef="#ctx0" brushRef="#br0" timeOffset="15300.8528">15557 5309,'18'0,"17"0,-17 0,35 0,18 36,-1-36,-17 35,-18-18,18 1,-35 0,-1-1,1-17,0 36,-1-1</inkml:trace>
  <inkml:trace contextRef="#ctx0" brushRef="#br0" timeOffset="15686.7581">15434 5486,'0'53,"0"52,18 1,-18 35,17-17,-17 35,0-71,0-18,0-17,0 18,0-54,0 1,18-18,0 18,-1-1,1 1,17-18,-17 0,-1 0,1 18,-18-1,0 1,-18-18,18 18</inkml:trace>
  <inkml:trace contextRef="#ctx0" brushRef="#br0" timeOffset="15926.5495">15452 6103,'0'0,"35"0,0 0,-17 0,35 0,0 0,-18 0,18 0,-35 0,-1 18,1-1,-1-17,19 36,-19-19,54-17</inkml:trace>
  <inkml:trace contextRef="#ctx0" brushRef="#br0" timeOffset="16230.7916">16351 5521,'0'18,"0"123,-17-35,17 35,0-18,17 1,1-36,0 18,17-36,-18-17,19-18,-1 1,-17-19,-1 19,19-19,16-17,-34 0,53-35,-18-18</inkml:trace>
  <inkml:trace contextRef="#ctx0" brushRef="#br0" timeOffset="16488.4622">16827 5292,'36'0,"17"35,0 0,-18-17,-17-1,-1 19,1-19,-1 1,1 0,-18-1,35 1,1 17,-1 1,18-1</inkml:trace>
  <inkml:trace contextRef="#ctx0" brushRef="#br0" timeOffset="16685.8023">17639 5327,'0'0,"-35"18,-18-1,0 36,17-18,-52 18,0 0,-18 18,0-18,54-18</inkml:trace>
  <inkml:trace contextRef="#ctx0" brushRef="#br0" timeOffset="17015.0567">17198 5662,'18'53,"17"18,-18 17,1-18,0 1,-18 17,17-35,-17 18,0-54,0 18,0-17,0 0,-17-1,-1-17,0 18,1-18</inkml:trace>
  <inkml:trace contextRef="#ctx0" brushRef="#br0" timeOffset="17373.3819">17621 4992,'53'35,"0"36,18-1,17 36,-18 0,-17 17,18-17,-1 35,-52 0,17 18,-35-18,0 18,-17-36,-1 1,0-18,1-18,-1-35,0-18,1-17,17-1,-18-17,1 0,-1 18,0-18,1 0</inkml:trace>
  <inkml:trace contextRef="#ctx0" brushRef="#br0" timeOffset="18101.1434">18362 5821,'35'0,"1"0,-19 0,1 0,17 0,0 0,36 0,0 0,17 0,0 0,35 0,1 0,-18 0,-36 0,-17 0,-35 0,-1 0,1 0</inkml:trace>
  <inkml:trace contextRef="#ctx0" brushRef="#br0" timeOffset="18589.8459">18944 6209,'35'0,"-17"0,17 0,18 0,0 0,18 0,-1 0,18 0,18 35,-35-17,-36-18,0 17,1 1,-19-18,1 0,0 0,-18 18,17-18,1 17</inkml:trace>
  <inkml:trace contextRef="#ctx0" brushRef="#br0" timeOffset="19250.221">20161 5592,'18'0,"17"52,-17 54,17-35,0 35,-17-36,0 18,17 18,-17-53,-1 53,1-35,-18-19,17 19,-17 0,18-19,-18-34,0 17,18 1,-18-19</inkml:trace>
  <inkml:trace contextRef="#ctx0" brushRef="#br0" timeOffset="19910.0143">21184 5891,'18'0,"0"0,-1-17,1 17,-1 0,19 0,-19 0,19 0,17 0,-18 0,35 0,36 53,-18-36,18 1,-53 0,18-18,-18 17,-36-17,1 0,0 0,-36 0</inkml:trace>
  <inkml:trace contextRef="#ctx0" brushRef="#br0" timeOffset="20259.4823">22419 5450,'-35'0,"17"36,-17-1,17 18,1 17,-1 36,18-18,18 54,-1-19,-17-52,18-18,-1-1,1-16,0-1,-1-17,1-1,0-17,-18 18,17-18,1 0</inkml:trace>
  <inkml:trace contextRef="#ctx0" brushRef="#br0" timeOffset="20594.8803">22737 5944,'0'0,"17"0,1 0,-1 0,19 0,-1 0,18 0,53 18,-36 0,-17-1,-18-17,-17 0,0 0,-1 18,1-18,17 0,-17 0,0 0</inkml:trace>
  <inkml:trace contextRef="#ctx0" brushRef="#br0" timeOffset="21187.5499">23389 5821,'18'0,"-1"0,36 0,18 17,-1 54,-17-53,-17-1,-19 1,1 0,0-1,-1-17,-17 18,0-1,0 1,0 17,-35 1,17-36,1 35,-19-17,1 17,17-35,36 0,0 0,-1 0,1 0,0 0,52 0,-17 0,-18 18,1-18,-1 0,-17 0,-1 0,1 0,0 0,-1 0,-17-18,18 18</inkml:trace>
  <inkml:trace contextRef="#ctx0" brushRef="#br0" timeOffset="21591.3846">23901 5380,'17'0,"19"0,34 53,36 35,-18-35,-17 17,17 1,-35-18,-18 0,0 0,1-36,-19 36,-17 0,0 0,0-18,0 36,-17-18,-19 17,1-17,-35 18,17-18,0 0,0 0,0-18,-18 71</inkml:trace>
  <inkml:trace contextRef="#ctx0" brushRef="#br0" timeOffset="22225.1811">19385 8308,'18'0,"-1"0,19 0,17 0,-18 0,35 0,1 0,17 18,-17-18,-18 17,-18-17,-17 18,17-18,-18 0,19 0,-19 17,19-17,-1 18,-17-18,-1 0</inkml:trace>
  <inkml:trace contextRef="#ctx0" brushRef="#br0" timeOffset="22561.4065">19473 8802,'0'0,"53"0,18 0,35 0,17 0,-35 0,0 0,18 0,-70 0,17 0,-1 0,-34 0,0 0,-1-35</inkml:trace>
  <inkml:trace contextRef="#ctx0" brushRef="#br0" timeOffset="23416.5843">20761 7973,'0'0,"18"0,-18-18,35 0,0 1,0 17,18 0,0 0,0 0,0 0,-18 17,1 1,-1 17,0-17,0 0,-17-1,-18 19,18-19,-18 1,0 17,0-17,-18-1,-35 36,-17-17,-19 17,1 17,18-35,17 1,0-19,35-17,36 0,0 0,17-17,18 17,17 0,1 0,-1 0,-34 17,34 1,-17 0,35 17,-35 0,-35-17,0-18,-18 17,0 1,0 0,0 35,-18 0,18-1,-35-16,-18 17,0 0,17-18,1 0,0-17,17-18,1 0,-1 0,0 17,1-17,-36-17,0-71</inkml:trace>
  <inkml:trace contextRef="#ctx0" brushRef="#br0" timeOffset="25179.1383">19950 2417,'17'0,"1"0,-1 0,19 0,17 0,0 0,17 0,54 17,-54-17,1 18,-18-1,-18-17,0 18,0 0,-17-1,17 1,1 0,-19-18,-17 35,18 0,-18-17,0 35,0 0,0 17,-18-35,-35 71,0-53,-17 0,17-18,0 1,-17-1,17-35,35 35,-35-17,18-18,17 18,-17-1,0 1,17-18,36 0,-1 0,19-18,34 18,-35 0,36 0,17 0,-17 0,-18 0,-18 18,0-18,18 17,-35 1,17 0,-17-18,17 17,-17 1,-18 0,17-1,-17 19,18-36,-18 35,0-18,0 1,0 17,-18-17,1 35,-1-18,-17 18,-54 18,19-18,-36 35,35-35,-34 17,34-34,36-1,0-35,17 17,0 1,1-18,-1 18,18-36</inkml:trace>
  <inkml:trace contextRef="#ctx0" brushRef="#br0" timeOffset="27253.3986">2028 10231,'18'0,"0"70,-1 18,-17 18,0 0,0 17,0-17,-17-18,-1 1,-17-1,17-35,1 0,-1-18,18 0,-18-35,1 18,17 0</inkml:trace>
  <inkml:trace contextRef="#ctx0" brushRef="#br0" timeOffset="27755.6981">2099 10336,'18'0,"-1"0,1 0,0 0,34 0,1 0,0 0,-17 18,17 17,-1-17,1 17,-17-17,-1 17,0-17,0-1,-17 19,-18-19,18 1,-18 35,0 0,0-18,-18 18,0 0,-17 0,0-18,0 18,-1 0,-17-35,18 17,18 0,-19-35,19 18,-1-18,53 17</inkml:trace>
  <inkml:trace contextRef="#ctx0" brushRef="#br0" timeOffset="28138.497">3810 10195,'-35'18,"17"17,-17 36,17-1,-17 18,-36 54,54-19,-36-35,17 36,36-71,0 0,0-36,0 1,18-1,-18 1,18-18,-1 0,-17 18,18-18,-18 17,18-17,-1 0,-17 18,36-18</inkml:trace>
  <inkml:trace contextRef="#ctx0" brushRef="#br0" timeOffset="28467.0516">3792 10460,'53'0,"0"88,35-17,-35-1,0 18,-18-35,18 18,-17-36,-1 18,-17 0,-1-18,1-17,-18-1,0 1,18-18,-18 18,17-18</inkml:trace>
  <inkml:trace contextRef="#ctx0" brushRef="#br0" timeOffset="28752.129">4216 10407,'-18'35,"18"18,-18 0,-17 18,17-18,-17 17,0-17,0 0,17-35,0 17,1 0,-1-35,0 18,18-1,-17-17,17 18</inkml:trace>
  <inkml:trace contextRef="#ctx0" brushRef="#br0" timeOffset="29094.3504">4939 10583,'35'0,"0"0,89 18,52 0,-17-1,17-17,-52 18,-1 0,-70-1,-17-17,-19 18</inkml:trace>
  <inkml:trace contextRef="#ctx0" brushRef="#br0" timeOffset="29367.7229">6791 10072,'18'0,"-1"0,19 0,-36 17,35 19,-18-1,-17-17,18-1,0 1,17 17,-17 0,52-17,1 17</inkml:trace>
  <inkml:trace contextRef="#ctx0" brushRef="#br0" timeOffset="29599.9336">7426 10125,'-18'0,"-35"0,36 0,-36 17,0 1,0 17,35-17,-17 0,0-1</inkml:trace>
  <inkml:trace contextRef="#ctx0" brushRef="#br0" timeOffset="29985.9055">7197 10213,'0'35,"0"18,0 18,17-1,1 18,-18 1,0-1,0-18,0-17,0-17,0 16,0-16,0-19,0 1,-18-18,1 0,-1 0,18-18</inkml:trace>
  <inkml:trace contextRef="#ctx0" brushRef="#br0" timeOffset="30464.4531">7567 9825,'53'17,"18"54,17 35,0 17,-35-34,0 16,0-16,-18-19,-17 54,-1-54,-17 18,0-17,0 17,-35-17,17-18,-17-1,17-16,18-19,-17 1,-1-18,0 0,1 0,-18 0,17 0,0 0</inkml:trace>
  <inkml:trace contextRef="#ctx0" brushRef="#br0" timeOffset="31032.3315">8784 10142,'18'0,"-1"0,19 0,17 0,17 0,-17 18,0 0,-35-18,-1 0</inkml:trace>
  <inkml:trace contextRef="#ctx0" brushRef="#br0" timeOffset="31542.5645">8625 10848,'0'0,"36"0,-19-18,19 18,-19 0,1 0,35 0,17 0,-17 18,-17-18,-1 0,-35 18,35-18</inkml:trace>
  <inkml:trace contextRef="#ctx0" brushRef="#br0" timeOffset="33200.4251">19562 582,'-18'0,"0"0,-17-18,-18 18,-18 0,1 0,-36 0,-53 18,18 17,-106 36,124-1,-36 1,0 0,1-19,16 19,72-18,-1-18,18 18,1 0,16 18,1-18,17 17,1 1,17-1,-18-17,18 18,18-1,52 71,-17-70,35 35,36-18,-1 18,36-36,-35 1,-1-18,36-36,-1 36,-16-35,16 0,72-18,-19 0,54-18,35-17,-18-18,18 18,0-1,0 1,-71 0,-53-1,-17 1,-36 35,-52-18,-36 1,1 17,17 0,-18-35,18 17,-18-17,18-1,0-17,0 1,0-19,0 18,-18-17,0-1,-35 36,0-1,0 1,-18-18,1 0,-18 36,17-36,-17 17,-1-16,1-1,-18 17,0-17,0 1,0-1,-17 0,17 17,-18-17,-52 1,52 34,-52 0,-18 18,-36 0,-17 0,53 36,18-19,17 1,18-18,35 35,18-35,17 0,0 0,1 0,-19 18,19-1</inkml:trace>
  <inkml:trace contextRef="#ctx0" brushRef="#br0" timeOffset="34311.3364">8678 3951,'71'35,"-18"1,17-1,1 0,-1 36,72-36,16 36,54-1,-18-52,88 35,-88-53,18 0,0-36,-54-34,-87 70,-1-71,1 36,-36 17,1-17,-19 0,-17 17,18-17,-1 0,-17-18,0 17,0-16,0-1,0 17,-17-17,-18 1,-1-1,-17 0,18 0,-53 0,17 0,1 0,-89-18,18 19,17 34,36 0,0 1,35 17,0-18,0 18,18-18,-18 1,18-1,17 18,-35 0,18 0,0 0,-18 0,0 0,18 0,-36 18,-35-1,53 1,-17 0,-1 17,-17 18,53-36,-36 1,36 17,-18-17,53 0,-18-18,18 17</inkml:trace>
  <inkml:trace contextRef="#ctx0" brushRef="#br0" timeOffset="35313.8771">9913 10054,'0'71,"35"87,-17-16,-18-19,0 18,0 18,0-36,0 1,-18-36,1-35,17-35,0-1,0 1,17-18,-17 18,-17-71</inkml:trace>
  <inkml:trace contextRef="#ctx0" brushRef="#br0" timeOffset="35820.3257">9825 9966,'53'0,"17"35,19 1,69 34,1 1,-36-1,-34-35,-19 18,-17-17,0 17,-18-1,-17-16,0-1,-1 18,-17-35,0 35,0-18,0-18,0 36,-35 0,17-17,-35-1,18-18,-18 19,18-1,17-17,-17-1,17-17,18 18,-17-18,-1 0</inkml:trace>
  <inkml:trace contextRef="#ctx0" brushRef="#br0" timeOffset="36301.3485">10936 10301,'-18'18,"1"35,-18 17,-1 1,19 17,-1 35,0-17,18-18,0 1,0-19,0-52,36 35,-36-36,17 1,19-18,-1 0,-35 18,17-18,1 0,-18 17,18-17,17-17,0-19,18-52</inkml:trace>
  <inkml:trace contextRef="#ctx0" brushRef="#br0" timeOffset="36589.1738">11307 10372,'70'70,"-17"1,0 17,0-17,17-1,-17 18,0-35,0 0,-35-53,-1 18,1-1,0-17,-18 18,17-18,19 18,-1-1,18-17</inkml:trace>
  <inkml:trace contextRef="#ctx0" brushRef="#br0" timeOffset="36875.5635">11747 10231,'0'0,"0"52,-35 19,18 0,-19-1,-34 1,52-1,-35 1,36-36,-1-17,18-1,-18-17</inkml:trace>
  <inkml:trace contextRef="#ctx0" brushRef="#br0" timeOffset="37191.8432">12083 9860,'70'53,"18"71,18 17,-35-18,-18-17,0 17,-36 1,-17-1,0-34,-17 16,-1-52,-17-17,17-1,0 0,1-17,-1-18,0 0,1 0,-18 17,35 1</inkml:trace>
  <inkml:trace contextRef="#ctx0" brushRef="#br0" timeOffset="37555.6945">13370 10372,'0'-18,"36"18,-19 0,36 0,35 0,-17 18,17-1,-17 1,-18-18,-18 0,0 18,0-18,-35 17</inkml:trace>
  <inkml:trace contextRef="#ctx0" brushRef="#br0" timeOffset="37854.3202">13758 10231,'0'0,"0"88,0 35,0-35,0 36,0-1,0-34,0-37,0 1,0-17,0-1,-17-17,-1-1,0 1,18-1,-17-17,87-52,54-54</inkml:trace>
  <inkml:trace contextRef="#ctx0" brushRef="#br0" timeOffset="38139.5515">14358 10248,'18'0,"-1"18,1 17,0 36,52 34,-35 1,-17-17,-18-1,0-18,0 1,0-18,0 0,0-18,0-17,-18-1,1-17,17 18,-18-18,1 0,17-88</inkml:trace>
  <inkml:trace contextRef="#ctx0" brushRef="#br0" timeOffset="38526.5823">14287 10054,'18'-17,"17"17,1 0,52 35,18 0,-18 18,18 0,-36 0,-17-18,-18 18,1 0,-1 0,-17-18,-1 18,1-18,-18 1,0-1,0 18,0-18,-18 0,-17 18,0 0,-1 0,-16-35,34 35,0-18,1-17,-1-18,0 17,18 1</inkml:trace>
  <inkml:trace contextRef="#ctx0" brushRef="#br0" timeOffset="38890.3338">15346 10089,'-18'36,"-17"17,17 35,18-18,0 36,0-18,0 36,18-1,0-52,17-1,0 1,-17-36,-1-17,19 0,-19-1,-17 1,18-53</inkml:trace>
  <inkml:trace contextRef="#ctx0" brushRef="#br0" timeOffset="39161.1192">15928 9807,'35'18,"18"52,-18-17,1 0,-1-17,-17-1,-18 0,17-35,1 18,-18-1,0 1,17-18,-17 18,18-18</inkml:trace>
  <inkml:trace contextRef="#ctx0" brushRef="#br0" timeOffset="39371.3249">16369 9984,'-18'35,"1"0,-72 36,54-18,-53 0,35-18,35 0,-17-17</inkml:trace>
  <inkml:trace contextRef="#ctx0" brushRef="#br0" timeOffset="39709.6466">16192 10319,'18'88,"0"18,-1 35,19-18,-36 1,0-36,0 0,0-17,0-1,0-52,0 0,0-1,-18-17,0 0,1 18,87-89,71-70,-17 0</inkml:trace>
  <inkml:trace contextRef="#ctx0" brushRef="#br0" timeOffset="40037.7711">17004 9684,'35'17,"18"72,18-19,-18-17,-18 18,-18-1,19 1,-1-1,-17-17,-1 18,-17-1,18-34,-18 34,0 1,0-1,-18 1,18-36,-35 36,17-18,-35-1,18 1,-18-17,0-1,-17 35</inkml:trace>
  <inkml:trace contextRef="#ctx0" brushRef="#br0" timeOffset="40996.9005">8731 12735,'18'0,"0"0,-1 0,36 0,18 0,-18 0,105 18,-70-18,-17 18,0-18,-36 0,0 17,0-17,-17 18,0-18,-1 0</inkml:trace>
  <inkml:trace contextRef="#ctx0" brushRef="#br0" timeOffset="41538.0699">8714 13388,'35'0,"18"0,17 18,-17-18,18 17,-18-17,17 18,-52-18,17 0,-17 0,-1 0,1 0</inkml:trace>
  <inkml:trace contextRef="#ctx0" brushRef="#br0" timeOffset="42543.209">10072 12806,'17'0,"19"0,17 0,-18 0,18 0,0 17,0 1,0 0,17-18,36 35,-35 0,17 1,0-1,-18 0,-34 0,-19-17,1-18,0 0,-18 18,0-1,0 1,0 0,0 17,-18 0,-17 18,-1 0,-16 0,-1-18,17-17,-17 17,18 0,0-17,17-18,18 18,-17-18,34 0,1 0,0 0,-1 0,36 0,0 17,53 1,53 17,35 18,17-35,-17 17,-88-35,-18 0,-35 0,-35 0,-36 0,1 18</inkml:trace>
  <inkml:trace contextRef="#ctx0" brushRef="#br0" timeOffset="42876.4743">11924 13159,'53'-18,"17"18,19 0,34 0,18 0,0 0,-17 0,-36 0,-18 0,-17 0,-35 0,0 0,-18 18,0-1,-18-17</inkml:trace>
  <inkml:trace contextRef="#ctx0" brushRef="#br0" timeOffset="43227.7203">12541 12718,'0'0,"36"53,-1 17,-35-17,17 18,1-1,-18 18,0-17,0-1,0 1,0-36,0 18,0-35,0-1,0 19,0-19,0 1,0 0,-18-18</inkml:trace>
  <inkml:trace contextRef="#ctx0" brushRef="#br0" timeOffset="43920.228">13723 12488,'141'53,"-53"-17,1 34,-37-17,19 0,-18-18,-35-17,-18-1,17 19,1-1,-18 0,0-17,-18 17,-17 0,0 1,-71 17,18-18,-71 36,53-54,71 1,105-18,19 35,-37-17,1 17,-17-17,-19-1,19 1,-19 17,1-17,-1-1,-17 19,0-19,0 19,0 17,0-18,-35 18,-18 17,-17 36,17-35,-18-1,-17 1,17-36,36 18,-18-18,36-17,-36 0,17-1,-16 1,-1-1,-53 1</inkml:trace>
  <inkml:trace contextRef="#ctx0" brushRef="#br0" timeOffset="44465.7945">9119 15117,'36'0,"-1"0,18 0,17 0,19 0,-19 0,18 0,-52 17,16 1,1-18,-35 0,0 17,-1-17,1 0,0 18,-1-18</inkml:trace>
  <inkml:trace contextRef="#ctx0" brushRef="#br0" timeOffset="44816.405">9137 15469,'18'0,"-1"0,18 0,36 0,0 0,34 0,-16 36,34-19,1-17,34 18,-122-1,17-17,-36 0,1 0,-18 18,17-18,1 0</inkml:trace>
  <inkml:trace contextRef="#ctx0" brushRef="#br0" timeOffset="45505.8204">11236 14922,'0'18,"35"70,-35-17,0-1,0 1,-17-36,-1 1,-17 16,35-34,-18-18,36 0,-1 0,1-18,0 18,17 0,18 0,17 0,19 0,16 18,-16 0,-1-1,-18 1,1 17,-18-35,-36 18,-17 0,0-1,18-17,-18 18,18-1,-18 19,0 17,0 0,-18-18,-17 18,0 0,-18 0,17 0,-17-18,-17 0,17-17,0-18,35 17,-35-17,18 0,0 0,17 0,1 0,-19 0,19 0,-36 0,-18-35,18-18,18 0,-18-17,18 17</inkml:trace>
  <inkml:trace contextRef="#ctx0" brushRef="#br0" timeOffset="45942.2749">11183 15152,'53'0,"18"-18,52-17,53 17,18 18,-35 0,-18-17,-35 17,-53 0,-35 0,-1 0</inkml:trace>
  <inkml:trace contextRef="#ctx0" brushRef="#br0" timeOffset="48056.3788">22772 2505,'0'17,"0"36,-18 0,18-18,0 18,0 0,-17-17,17 16,-18 1,18-35,-18 35,18-35,-17-1,-1-17,18-17,18-1,-1 0,1 18,35-35,0 17,17 18,-17-17,53 17,-53 0,35 0,-17 17,52 1,-52 17,35-17,-36 17,-35 1,-17-19,0 18,17-17,-35 35,18 18,-1-1,-17 1,0-18,-17-1,17 19,-36-36,19 1,-1-1,-17 0,-1 0,-16-17,16 17,-70 18,36-35,-18 17,35-35,-18 0,54 0,-19 0,19 0,-1 0,-17 0,-18-35,0-18,0-18,-35-34,35-1</inkml:trace>
  <inkml:trace contextRef="#ctx0" brushRef="#br0" timeOffset="48930.2607">22684 2434,'17'0,"1"0,0 0,34 0,19 0,0 0,17 0,-35 0,0 0,-1 0,-34 0,17 0,-17 0,0 0,17 0,-17 0,-1 0,1 0,0 0,17 0,0 0,0 0,1 18,-19-18,19 0,-19 17,1-17,-1 0</inkml:trace>
  <inkml:trace contextRef="#ctx0" brushRef="#br0" timeOffset="53015.6676">19262 4357,'0'0,"35"35,0 0,18 54,35 34,1-17,-37 0,37-36,-19 18,-17-52,-18-19,-17-17,0 0,-1 0,1 0,0 0,-1 0,1-35,17-18,18 0,18-17,-1-19,-17 1,35 0,-70 35,35 0,-36 53,-17-17,18 17,0 0,35 17,-18 1,18 35,0-18,17 18,19 0,-19 35,-17-35,-18-35,-17-1,0-17,-1 0,1 0,17-35,18-18,18-17,17 17,18-36,-1 1,-16 35,16-17,-34 35,-18 17,-18 0,-17 18,-1 18,19-18,34 53,36 70,18-35,-19 18,1-18,0-35,-35-17,-18 17,-18-36,0 1,-17-18,17 18,-17-18,-1 0,36-18,0-17,18-1,-1-17,36-35,35 0,-17-18,17 18,-35-35,-1 70,-34 17,-36 1,-35 53,18-18,0 53,35 0,-1-18,1 0,-35-17,17-1,1 1,-19 0,1-18,-1 0,1 0,-36 0,1 0,-1 0</inkml:trace>
  <inkml:trace contextRef="#ctx0" brushRef="#br0" timeOffset="55453.7282">18309 3845,'35'0,"-17"0,0 0,-1 0,1 0,0 0,-1 0,1 0,17-17,0-19,1 1,52-18,-53 0,36-17,-36 17,0-35,-17 35,0-18,-18 36,0-18,0 0,0 18,0-18,-18 18,0-1,1-17,-19 0,19 0,-19 1,19 16,-1-17,-17 18,17 0,-17 0,17-1,-17 19,35-19,-35 1,-18 0,0-18,18 18,-18-1,35 1,-17 35,0-35,-1 17,19 0,-1 1,-17 17,17 0,0-18,1 1,-1 17,1 0,-1 0,0 0,1 17,-1-17,-17 18,-18-1,35 1,-35 17,18-17,-18 17,35-35,-17 36,-18-19,18 19,17-1,-35-18,18 1,0 35,0-18,17 18,-35-18,18 18,-1-17,19 17,-18-1,-1 1,1 18,17-36,18 1,0 16,0-16,0 17,0 0,0-1,18 1,-18 18,53-1,-35-17,34 36,-34-36,35 17,0-17,-18 0,18-18,18 36,-18-36,17 18,-17-18,0 0,18-17,-36 0,18-1,0-17,-18 0,0 0,18 0,-35 0,17 0,0-17,-35-1,18 18,0 0,-1-18,19 1,-19 17,1-35,-1 17,19 0,-1-35,-17 18,17-18,-17 18,17 0,-18-18,1 35,-18 0,18-17,-18 18,17 17,1-36,-18 19,0-1,0 0,18 1,-1-1,-17-17,18 17,-18-17,18-18,-18 35,0 1,0-1,0 0,0-17,0 0,0 17,-18 1,18-1,-18-17,18 17,0 0,-17 1,17-19,-18 1,0 18,18-1,-17 0,-1 1,18-1,0 0,-18 1,1-19,-1 1,-17 0,17 0,1-1,-1 36,0-17,1-1,-1 18,0-18,18 1,-17 17,-1-18,1 18,-1 0,18-18,-35 18,17 0,18-17,-18 17,1 0,-1-18,0 18,18-17,-17 17,17-18,-18 18</inkml:trace>
  <inkml:trace contextRef="#ctx0" brushRef="#br0" timeOffset="56563.5896">16510 4463,'35'0,"18"0,18 0,17 0,53 0,71 0,-18 0,17 0,-34 0,-1-18,1 0,-54 1,-17-1,-36 18,-52-18,17 18,-17-17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03:37.0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3052 8431,'17'0,"1"0,-1 0,19 0,-19 0,19-17,17 17,-36-18,1 18,-18-106,0-17,0 35,-18-36,-35-35,18-17,-18 17,35 18,1 18,17 17,0 18,0 17,0-17,17 17,1 36,17-18,-35-17,71-1,-36 18,18-17,18-19,17 19,-18 17,36-18,-35 18,-18 36,-18-19,0 36,1 0,-19 0,18 0,1 0,17 18,-36 17,36-17,-18 0,1-1,-19 1,1 17,0-35,-18 18,17 17,-17-17,0-1,0 19,-35-19,0 19,17-1,-35 0,-70 18,52-18,-52 18,-1-17,18-19,36 18,-1-17,1 0,52-18,0 0,1 17,-1-17,1 0,-1 0</inkml:trace>
  <inkml:trace contextRef="#ctx0" brushRef="#br0" timeOffset="485.6951">3828 7144,'35'35,"35"71,1-18,-36-17,1 17,-1-18,0-17,-17-17,17 16,-17 1,-1-17,-17-19,0 19,18-36,-18 17</inkml:trace>
  <inkml:trace contextRef="#ctx0" brushRef="#br0" timeOffset="946.3831">4180 7232,'0'18,"-17"34,-1-16,-17-19,17 19,1-1,-1 0,-17-17,17 17,0-17,18-1,-17-17,-1 0</inkml:trace>
  <inkml:trace contextRef="#ctx0" brushRef="#br0" timeOffset="1361.9462">4269 7126,'35'0,"-17"0,-1 18,36-1,18 19,-36-1,18 18,-53-36,35 1,-17 0,-18-1,0 1,17-18,-17 18,18-18,-18 17</inkml:trace>
  <inkml:trace contextRef="#ctx0" brushRef="#br0" timeOffset="1643.7559">4727 7285,'-35'53,"-36"-18,18 0,-17 18,17-35,0 0,35 17,1-35,-1 17</inkml:trace>
  <inkml:trace contextRef="#ctx0" brushRef="#br0" timeOffset="2380.5034">4586 7479,'18'0,"-1"53,1 70,-18 1,0-54,0 18,0 36,0-89,0 36,0-18,0-36,0 1,0 17,18-35,-18 18,-18-18</inkml:trace>
  <inkml:trace contextRef="#ctx0" brushRef="#br0" timeOffset="2818.6319">5891 7161,'18'0,"-18"-17,18 17,-1 0,1 0,35 0,17 0,-17 0,36 0,-19 0,-17 0,-35 0,17 0,-17 0</inkml:trace>
  <inkml:trace contextRef="#ctx0" brushRef="#br0" timeOffset="3322.4548">5891 7426,'18'0,"0"0,-1 0,1 0,0 0,17 0,0 0,36 0,-18 0,17 18,-35-18,36 0,-36 0,-17 0,0 0,-1 17,1-17,-1 0,1 0,0 0</inkml:trace>
  <inkml:trace contextRef="#ctx0" brushRef="#br0" timeOffset="4936.1954">8537 6121,'0'-18,"0"0,0-17,0 17,-17-17,-1 0,0 17,1-17,-19-18,1 18,0 0,17 17,1-17,-19 17,19 0,-1 18,0 0,-17 0,17 0,-17 0,18 18,-1 35,0 0,1 35,-1-17,18 17,0-53,0 36,35-18,-17-18,-18-18,18 1,17 0,-35-1,35-17,-17 0,-18 18,17-18,19 0,-19 0,19 0,16 0,-16-18,17-17,17-18,-17 0,-18 36,-17-1,-18 0,18 36,-1 0,1 52,0-17,-1 0,-17-35,36-1,-19 19,-17-19,18-17,-1 18,1-18,0 0,-1 0,36 0,-35-18,35-35,-18 53,-17-35,-18 17,0 1,0-1,-18 0,18 1,-35 17,17-35,-17 17,0 0,-1 18,36-17,-17 17,-1 0,53-71,36 53,-1 1,-34-1,17 18,-18 0,-17 0,-1 0,1 53,35 0,-36 18,19-19,-1 19,0-36,-17 18,0-53,-18 18,35-18,35-88,36-18,-18 18,18 35,-35-36,-1-16,-17 52,-35 35,-18 0,-18 18,1 0,-1 0,0 0,1 0</inkml:trace>
  <inkml:trace contextRef="#ctx0" brushRef="#br0" timeOffset="5392.1483">10813 5539,'-36'35,"19"0,-1 0,0 18,18 0,0 0,0 18,0-1,0-34,18-19,0 1,-1-1,-17 1,18 0,0-1,-1-17,-17 18,36 17,-19-17,1-18,-18 18,17-1,1-17,17 0</inkml:trace>
  <inkml:trace contextRef="#ctx0" brushRef="#br0" timeOffset="5749.8857">11077 5539,'35'17,"18"36,0 0,-17 0,17 0,-18-18,0 18,0 0,1-18,-19 1,1-36,-18 17,18-17</inkml:trace>
  <inkml:trace contextRef="#ctx0" brushRef="#br0" timeOffset="6045.9088">11677 5468,'-35'35,"17"-17,-17 35,-1 0,1-18,0 18,-18-18,0 1,35-1,-17 0,18-17,-1-18</inkml:trace>
  <inkml:trace contextRef="#ctx0" brushRef="#br0" timeOffset="6361.9838">11906 5662,'36'0,"-1"53,0-18,-17 1,-18 16,17-16,1-19,0 36,-18-17,0-19,0 1,0-1,0 1,-18 0</inkml:trace>
  <inkml:trace contextRef="#ctx0" brushRef="#br0" timeOffset="6697.0228">13652 4586,'18'18,"17"35,-17-18,17 18,-35-36,36 36,-19-17,-17-19,18 1,0 0,-18-1,0 19,17-1,36-18,18 1</inkml:trace>
  <inkml:trace contextRef="#ctx0" brushRef="#br0" timeOffset="6916.6706">14305 4745,'-18'0,"-17"0,18 17,-19 19,-34-1,-1 0,-35 1,36-1,-1 0,18 0,36-35,17 18</inkml:trace>
  <inkml:trace contextRef="#ctx0" brushRef="#br0" timeOffset="7213.5991">13829 4974,'18'35,"-1"18,18 36,-17-19,0 18,-1-17,-17 17,0 18,0-53,0 0,0 0,0-36,0 19,0-19,-17 1,-1-18,18 17,-18-17</inkml:trace>
  <inkml:trace contextRef="#ctx0" brushRef="#br0" timeOffset="7588.9726">14464 4374,'18'0,"17"18,0 35,0-35,-17 35,53 17,-36 1,0 34,0-34,1 35,-19-18,1 18,0-18,-18-17,0 17,0-18,0 19,-18-19,18-35,-18 18,1 0,-36 18,0-18,-35 53,-18 35</inkml:trace>
  <inkml:trace contextRef="#ctx0" brushRef="#br0" timeOffset="8377.4697">7479 6756,'18'0,"-1"0,1 0,52 0,89 0,53 0,52 17,19-17,34 0,89 0,193 0,1 0,123 0,124 0,-71 0,0 0,0 0,-123 0,-53 0,-230 0,-158 0,-124 0,-88 18,-18-18,-17 0</inkml:trace>
  <inkml:trace contextRef="#ctx0" brushRef="#br0" timeOffset="9177.0445">8431 7426,'36'0,"17"0,35 0,123 18,1-1,0 36,-1-35,19 35,17-36,-71 19,-52-19,-54 1,-35 0</inkml:trace>
  <inkml:trace contextRef="#ctx0" brushRef="#br0" timeOffset="9882.7731">8555 7673,'0'53,"53"53,17 52,1-16,-1 34,1-17,-36-1,1-16,-19-19,-17-52,0 17,0-53,0-17,0-1,-17 1,-1-18,0 18,1-18,-36-71,-88-88,52 36,36 17,18 53,35 18,-17 35,17-18,0 0,17 36,36 70,18 18,-18-35,-36-18,1 0,0-18,-18-18,0 1,0 0,35-54</inkml:trace>
  <inkml:trace contextRef="#ctx0" brushRef="#br0" timeOffset="10201.3387">9190 8132,'70'70,"-17"36,0-36,18 89,-36-53,18 0,-35-71,-18 18,0 0,0-35,0-1,0 1,-18-18,0 0,18 18,-17-18</inkml:trace>
  <inkml:trace contextRef="#ctx0" brushRef="#br0" timeOffset="10555.8671">9225 8237,'35'-17,"-17"17,0 0,-1 0,54 17,35 36,0 0,-36-18,1 18,-18-17,-36-19,18 19,-35-19,0 18,36 18,-36-17,0 17,0-18,-18 0,0-17,1 17,-1-17,1-18,-1 0,0 0,18 17,-17-17,-1 0</inkml:trace>
  <inkml:trace contextRef="#ctx0" brushRef="#br0" timeOffset="10843.1296">10089 8220,'0'35,"0"18,0-18,0 18,18 35,-18-17,18-18,-1-18,1 0,0 1,-18-19,17-17,-17 18</inkml:trace>
  <inkml:trace contextRef="#ctx0" brushRef="#br0" timeOffset="11107.6227">10178 8361,'0'-18,"17"18,1 0,35 53,35 35,-35-52,-35-1,17 0,0 0,0-17,-35 17,18-35,0 18</inkml:trace>
  <inkml:trace contextRef="#ctx0" brushRef="#br0" timeOffset="11378.7832">10442 8361,'0'17,"-17"19,17-19,0 19,-18 17,0-18,1-18,17 1,-18-18,18 18,53-18</inkml:trace>
  <inkml:trace contextRef="#ctx0" brushRef="#br0" timeOffset="11664.3524">10724 7973,'0'0,"53"53,53 70,-53 1,18-54,-36 1,-17-1,-1 36,1-53,-18 0,0 0,0 17,-35 1,17-36,0-17,-17 17,35-17,-18-18,1 0,-1 0,18 17,-18-17</inkml:trace>
  <inkml:trace contextRef="#ctx0" brushRef="#br0" timeOffset="12039.5611">12030 8202,'17'0,"1"0,0 35,17-17,0 17,-17 1,-18-19,17 1,-17-1,0 1,18 0,-18 17,35 0,1 1</inkml:trace>
  <inkml:trace contextRef="#ctx0" brushRef="#br0" timeOffset="12406.1397">12894 7532,'141'0,"124"35,17 18,88-53,54 0,-1 0,0 0,-158 0,-124 0,-70 0,-71 18</inkml:trace>
  <inkml:trace contextRef="#ctx0" brushRef="#br0" timeOffset="13226.4258">13176 7638,'18'0,"-18"17,53 89,0 18,17 34,-17 1,-35-35,-18 17,0-53,0 35,0-52,0-18,-18-18,18-17,0-1,-17-17,17 18,-18-18,0 18,1-18,-1-18,-53-88,-17-35,35 70,18 36,-18 0,53 17,-18 18,1 0,17-17,17 17,-17-18,36 18,-19 0,1 0,17 88,18-17,-35-18,0-18,-1 18,1-18,-18-17,17-18,-17 17,0 1,-17-18,-1 0,1 18,-1-18,71-18,53-105</inkml:trace>
  <inkml:trace contextRef="#ctx0" brushRef="#br0" timeOffset="13558.4523">13899 8026,'18'17,"0"89,17-35,-17 52,17-35,-17 18,-18-35,0-18,0 0,0 0,0-36,0 1,0-1,0 1,-18 0,0-18,18-36</inkml:trace>
  <inkml:trace contextRef="#ctx0" brushRef="#br0" timeOffset="13942.8023">13847 7885,'17'0,"1"0,35 35,17 0,1 18,-18-18,17 18,-34-17,-1 16,-18-34,1 17,17 18,-35 0,0-18,0 36,0 0,0-19,-17-34,-1 17,0 1,1-36,17 17,-18 1,1-18,-1 0,18 18,-18-18,1 17,17-34</inkml:trace>
  <inkml:trace contextRef="#ctx0" brushRef="#br0" timeOffset="14228.5394">14676 8043,'-18'36,"18"-1,-18 0,1 18,17 18,0-36,0 35,0-34,0-19,0 19,17-19,1 1</inkml:trace>
  <inkml:trace contextRef="#ctx0" brushRef="#br0" timeOffset="14494.2224">14676 8061,'17'0,"18"18,18 35,-17-36,-19 1,1-1,-18 19,18-36,17 17,-35 1,35 0,18-1</inkml:trace>
  <inkml:trace contextRef="#ctx0" brushRef="#br0" timeOffset="14720.7746">15452 8061,'-18'18,"-35"17,35 0,-34 0,-19 1,18-19,-17 19,34-19,1 1,17 0,1-18,17 17</inkml:trace>
  <inkml:trace contextRef="#ctx0" brushRef="#br0" timeOffset="15043.3979">15064 8255,'17'18,"1"52,0 1,-1 52,1-35,-18 1,0-19,0 18,0-35,0-17,0-19,-18 1,18-1,-17-17,-1 18,36-36,52-70,36-18</inkml:trace>
  <inkml:trace contextRef="#ctx0" brushRef="#br0" timeOffset="15448.2833">15522 7937,'0'0,"18"0,-1 0,1 0,17 36,54 52,-1 18,-53-36,18 1,-18 35,-17-53,0 52,-18-34,0 17,0-52,0 16,0 1,-18-17,0-36,1 0,-1 17,0-17</inkml:trace>
  <inkml:trace contextRef="#ctx0" brushRef="#br0" timeOffset="16496.6024">17039 6756,'18'0,"-1"0,19 0,17-18,-18 18,18-18,17 18,-17 0,0-17,0-1,0 18,-35 0,17 0,0-18,-17 18,0 0</inkml:trace>
  <inkml:trace contextRef="#ctx0" brushRef="#br0" timeOffset="16872.9564">17339 7056,'18'0,"-1"0,1 0,52 17,1-17,0 18,-1-18,-35 0,1 0,-19 0,-17 17,18 1,0-18,35 35,52-35</inkml:trace>
  <inkml:trace contextRef="#ctx0" brushRef="#br0" timeOffset="19258.3491">19015 6526,'35'0,"18"0,-18 0,36 0,-18 0,-36 0,36 0,-18 18,-17-18,0 0,-1 0,1 0,0 0,-1 0,1 0,0 0</inkml:trace>
  <inkml:trace contextRef="#ctx0" brushRef="#br0" timeOffset="20103.6874">21643 6015,'-18'0,"18"17,-35-17,-18 36,0-19,36 36,-54 18,18-1,-18 19,-17 34,35-17,18 17,17 89,18-88,0-1,0 0,18-52,0-53,-1 17,-17-17,18-18,0 17,-18 1,0-36,0 1,0-19,-18 36,0-35,18 17,-17 18,-19-17,19-19,-36 19,18-18,-18-1,17 19,19-1,-36 0,53 1,-18 17,1 0,-1 0,18-36,-18 1,18 0</inkml:trace>
  <inkml:trace contextRef="#ctx0" brushRef="#br0" timeOffset="20517.2191">20144 5927,'0'0,"35"0,18 0,-36 0,54 0,0 0,34 0,19 0,17 0,35 0,36 0,-36 0,1 0,-36 0,-18 0,1 0,-54 0,1 0,-53 0,-18 17,-18-17,0 0,-52-17</inkml:trace>
  <inkml:trace contextRef="#ctx0" brushRef="#br0" timeOffset="20790.9177">21114 4674,'17'71,"54"70,-1-18,-34 1,-1-36,-17 36,-18-36,17-53,-17 18,0 0,0-35,0 17,0 18,18-36,-18 36</inkml:trace>
  <inkml:trace contextRef="#ctx0" brushRef="#br0" timeOffset="21587.6056">21255 6879,'0'0,"17"-17,1 17,17-18,1 18,-1 0,18 18,0 17,0 0,0 0,-18 1,0-1,-17-17,-18 17,17 18,1-18,0 0,-18 18,0 0,0-35,-18 35,-17 0,0 0,-18-1,17-34,-17 0,36-18,17 17,-18 1,1-18,-1 18,0-18,1 0,17-36,-36 1,19 17,-1-17,0 0,18 17,-17-17,17 17,-18 1,18-19,-18 19</inkml:trace>
  <inkml:trace contextRef="#ctx0" brushRef="#br0" timeOffset="23450.628">16140 4586,'17'-18,"-17"1,0-1,-17 18,17-17,-36-19,-17 19,-35-19,-18 1,-17 0,-36 0,18-1,-53 19,0-19,-71-17,-17 36,0-1,-36-17,19 35,-1-35,35 35,36 0,17 0,18 0,18 0,-18 17,0 1,35 17,0-17,18-18,-18 17,18 1,-18 17,18-17,-70-18,-36 35,17 1,19-1,-1 0,36 36,17-36,0-17,71 17,-35 0,-19 0,19 1,52-1,-17 0,0 0,0 18,0 18,17-18,1 0,17 0,17 0,1 0,0-1,35 1,-18 18,18-1,0-34,0 70,0-71,35 35,-17-17,0 0,-1-35,1 17,17 0,-17 1,17-1,18-17,-18 17,1-17,17 17,17 18,1-36,-1 19,-17-1,18 0,35 18,17 0,0-35,36 35,53-53,0 35,17 0,35-35,1 0,17 0,36 0,-18 0,-1 0,-16 0,17 0,-18 0,-18 0,-52 0,-18 0,18 0,-1-17,-70 17,36-18,-54 0,36 1,17-19,-17 19,18-54,17 36,17-71,-87 35,-18 19,-53-1,-1 17,-16-17,-19 18,1-18,-18 0,0 0,0 18,0-18,0 0,0 18,0-18,0 18,0 17,0-17,0 17,0 1</inkml:trace>
  <inkml:trace contextRef="#ctx0" brushRef="#br0" timeOffset="25132.1638">5768 11465,'18'-17,"-18"-19,0 1,-18 0,0-18,1-35,-36-1,17 19,-34-36,35 71,-18-53,17 70,-17-35,36 35,-18-17,-18 35,35-17,0 17,1 0,-1 0,0 17,1 18,-1 54,18 69,0 19,0-54,0 18,-17-17,17-36,0-17,0-1,0-52,0 17,17-17,1-18,-1 0,1 0,0 0,-1-36,1 19,17-19,-17 1,0-18,-18 36,0-19,0 19,0-36,0 35,17 1,-17-1,0 0,18 18,-1 0,1 18,35 52,0 1,-53 0,35-19,-35-16,18 17,17-18,-17-17,-1-1,1-17,-18 18,18-18,-18-35,17 17,-17 0,18-17,-18 17,-18-17,18 17,-35 1,17 17,1 0,-18-18,17 18,18-17,0-1,18 18,-1 0,1 0,-1 0,1 0,17 0,18 18,-17 17,-1 0,0 0,-17 1,-1-36,-17 35,0-17,18-18,0 0,-1-36,36-34,18-36,-36 35,-17 1,-1 17,-17 0,0 35,-17 18,-1 0,0 0</inkml:trace>
  <inkml:trace contextRef="#ctx0" brushRef="#br0" timeOffset="25468.6467">6967 10883,'-17'35,"-19"-17,19 17,17 1,-35 34,-1 36,36-18,18 0,0 36,-18-18,17-53,18 35,-17-53,0 0,-1-17,1-18,0 0,-18 18,-18-18</inkml:trace>
  <inkml:trace contextRef="#ctx0" brushRef="#br0" timeOffset="25727.7692">7056 11271,'17'0,"1"0,88 88,-1 1,-34-36,0 17,-18 18,-1-35,-16 0,17-18,-36 1,1-19,17 1,-17 17,-18-17,35-18,0-18,1-35</inkml:trace>
  <inkml:trace contextRef="#ctx0" brushRef="#br0" timeOffset="25944.5407">7620 11307,'-18'17,"-17"36,0-18,17 18,-17 0,0-18,17 18,-17-35,35 0,0 17,-18-35,18 18,0 17</inkml:trace>
  <inkml:trace contextRef="#ctx0" brushRef="#br0" timeOffset="26196.3241">7990 11465,'0'0,"36"71,-1-18,18 35,-35-35,-1 0,1-18,-18 0,0 1,0-19,-18 1,1-18,17 18,-18-18,0 0</inkml:trace>
  <inkml:trace contextRef="#ctx0" brushRef="#br0" timeOffset="26455.1348">8255 10883,'53'18,"0"35,-36-18,19-17,-1-1,-35 19,35-19,-35 1,0-1,36-17,-1 0,18 0,-36-35</inkml:trace>
  <inkml:trace contextRef="#ctx0" brushRef="#br0" timeOffset="26664.6669">8714 10936,'-18'0,"18"18,-35 17,-18 18,17-35,-16 34,16-16,1-1,0-17,17-18,18 17</inkml:trace>
  <inkml:trace contextRef="#ctx0" brushRef="#br0" timeOffset="26914.8047">8555 11077,'0'0,"17"35,19 36,-19 0,19 34,-36-52,17 18,-17-1,0 1,0-53,0 35,0-36,0 1,0-1,-17 1,-1-18,36-106</inkml:trace>
  <inkml:trace contextRef="#ctx0" brushRef="#br0" timeOffset="27228.9266">8890 10513,'53'53,"17"53,1-36,17 71,-35-70,0 35,-18 17,-35-52,0 17,0 0,0 0,0 18,-17-53,-1 0,0-18,18-17,-17-18,17 17,-18 1,-17-18,0 18,17-1</inkml:trace>
  <inkml:trace contextRef="#ctx0" brushRef="#br0" timeOffset="27602.7496">9719 11095,'18'0,"-18"-18,17 18,1 0,0 0,-1 0,1 0,35 0,0 0,-36 0,19 0,-1 18,0-18,-17 17,17 1</inkml:trace>
  <inkml:trace contextRef="#ctx0" brushRef="#br0" timeOffset="27876.9704">9754 11536,'0'0,"18"-18,0 1,-1 17,1 0,17 0,18 17,18-17,-18 18,52-18,1 0,0 0,-53 17,0 19,0-1</inkml:trace>
  <inkml:trace contextRef="#ctx0" brushRef="#br0" timeOffset="28401.6421">10530 12330,'0'-18,"-35"0,35-105,0 17,0-17,0-142,0 18,35 18,36-71,-18 35,17 18,1 71,-36 105,18 18,-35 18,-1 35,1 0,0 0,-1 18,19 17,-1 0,0 18,-17-35,-18 35,0 0,0-18,0 18,-18 0,1 0,-19-18,-17-17,0 17,18-17,18-1,-1 1,18 0,18 34</inkml:trace>
  <inkml:trace contextRef="#ctx0" brushRef="#br0" timeOffset="28651.4539">11183 10795,'0'18,"18"17,17 18,-17 0,17 17,0 1,0 17,1 0,-19-35,19 0,-19-18,1 1,0-36,-18 17,0 1,-18-18,0 18</inkml:trace>
  <inkml:trace contextRef="#ctx0" brushRef="#br0" timeOffset="28894.3391">11553 10866,'-17'35,"17"0,-18 18,-17 35,17-53,-17 18,0 0,-1 0,36-35,-35 17,18-17,-1-1,0 1,18 0,-17-1</inkml:trace>
  <inkml:trace contextRef="#ctx0" brushRef="#br0" timeOffset="29105.5918">11536 10830,'17'-17,"1"17,0 0,17 17,18 19,-35-36,17 17,-18 1,1 17,0-35,17 35,0-17,36 17</inkml:trace>
  <inkml:trace contextRef="#ctx0" brushRef="#br0" timeOffset="29317.8671">12330 10866,'-18'0,"-17"35,-1-18,-17 19,-17-1,17 0,18 1,-1-1,36-18,-17-17</inkml:trace>
  <inkml:trace contextRef="#ctx0" brushRef="#br0" timeOffset="29637.1603">12065 11060,'18'0,"-1"35,19 53,-19 0,1 53,-1-17,19 52,-36-88,0 1,0-19,0 1,0-36,0 0,0 1,-18-19,0-17,1 18,-1-18,1 17,34-87,71-54</inkml:trace>
  <inkml:trace contextRef="#ctx0" brushRef="#br0" timeOffset="29911.9871">12982 11024,'0'0,"18"-17,-1 17,19 17,-1 19,-17-1,-1 0,-17-17,0-1,18 19,-18-19,0 1,0 0,0-1,0 1,0 0,0 17,0 0,0-17</inkml:trace>
  <inkml:trace contextRef="#ctx0" brushRef="#br0" timeOffset="30340.8315">13758 10372,'36'35,"-1"53,0 36,18 70,-35-106,-18 0,0-17,0-1,0-17,0-18,0 1,0-19,0 1,-18 0,0-18,18 17,-17 1,17-71</inkml:trace>
  <inkml:trace contextRef="#ctx0" brushRef="#br0" timeOffset="30679.1992">13882 10460,'0'0,"17"0,1 0,0 0,88 53,-54-18,-16 18,17-18,-18 1,0 16,-17-34,-18 0,0-1,0 19,0-1,0 0,0 18,-18 18,-35-18,0-1,0 1,1-17,-1 17,17-53,36 17,-17-17,17 18</inkml:trace>
  <inkml:trace contextRef="#ctx0" brushRef="#br0" timeOffset="30957.7272">14552 10460,'53'70,"35"36,-35-35,18 35,-71-36,35-35,0 36,-17-18,-1-18,1 0,0-35,-18 18,0 0,0-1,-18-17,18 18,0 0</inkml:trace>
  <inkml:trace contextRef="#ctx0" brushRef="#br0" timeOffset="31233.2539">14870 10425,'17'0,"-17"35,0 0,-17 18,17 0,-18-18,0 1,1 16,17-16,-18-19,0 19,1-1,-19 0,19 0,17-17,-18 17,-17-35,17 18,18 0,0-1,-35-17</inkml:trace>
  <inkml:trace contextRef="#ctx0" brushRef="#br0" timeOffset="31524.8143">14393 10513,'18'0,"-18"53,0 0,0 35,18-18,-18-17,17 0,1 0,0-18,-1 18,-17-35,18 0,-1-1,1 18,53 1,-18-36,70 0,36-53</inkml:trace>
  <inkml:trace contextRef="#ctx0" brushRef="#br0" timeOffset="31767.8111">15399 10619,'17'0,"19"35,-1 35,-17-17,-18 18,0-36,0 18,0 0,0-18,-18 18,0 0,-17-18,0-17,-36 17,18 1,-53-1</inkml:trace>
  <inkml:trace contextRef="#ctx0" brushRef="#br0" timeOffset="32218.8075">13441 9560,'17'0,"1"0,17 0,1 0,87 53,36-18,0 36,17-18,0-35,18-1,-17 18,-89-35,0 18,-53-18,-35 18</inkml:trace>
  <inkml:trace contextRef="#ctx0" brushRef="#br0" timeOffset="32853.1254">13141 9966,'71'106,"-36"0,0 17,18-17,0 53,-18-89,-17 1,-1-36,-17 18,18-35,-18-1,0 1,0 0,-18-18,1 0,-1 17,1 1,-19-36,-17-35,-35-17,53 17,35 35,0 1,35 17,-17 17,70 89,0 53,-17 35,-36-53,18 0,-18-53,-17-17,-1-1,1-17,0-35,-18-1,0 1,-18-18,0 0,1 0,-1 0,-17 0,17-70</inkml:trace>
  <inkml:trace contextRef="#ctx0" brushRef="#br0" timeOffset="33377.3651">16245 10178,'0'35,"0"-17,0 52,0 1,0 17,0-18,-17 19,-1-19,0-17,1-18,-1 18,1-17,-1-1,-17-18,35 1,0 17</inkml:trace>
  <inkml:trace contextRef="#ctx0" brushRef="#br0" timeOffset="33666.9124">16034 10319,'70'70,"1"1,-18 17,0-35,-18 18,-17-54,-1 36,19 0,-19-18,1-35,-18 36,0-19,0 1,-18-1,18 1,0 0</inkml:trace>
  <inkml:trace contextRef="#ctx0" brushRef="#br0" timeOffset="34032.7623">17004 9948,'35'0,"18"0,18 36,52-19,-35 1,-17 0,-1-18,1 17,-18-17,0 0,17 0,-17 0,18 0,17 0,-17 0,34 0,-52 0,0 0,-35 0,-18 18,18-18</inkml:trace>
  <inkml:trace contextRef="#ctx0" brushRef="#br0" timeOffset="34660.7607">16933 10213,'0'35,"18"36,53 52,-54 1,18-18,1 17,-19 0,1-34,-18-1,0-18,0-17,0-35,-18 0,18-1,-17-17,-54-17,36-36,-18 17,0 1,35 17,1 1,17-1,17 18,-17-17,18 17,0 52,17 19,-35-18,18 18,-18-1,17 1,-17-18,0-1,0 1,0-35,0 0,0-1,-17-17,-1 18,53-71,71-88,-18 35,-17-17</inkml:trace>
  <inkml:trace contextRef="#ctx0" brushRef="#br0" timeOffset="34893.397">17604 10848,'17'53,"1"35,0-35,-1 0,-17 0,0-18,0-17,0-1,0 1,-17-18,17 18,-36-1</inkml:trace>
  <inkml:trace contextRef="#ctx0" brushRef="#br0" timeOffset="35253.066">17251 10566,'35'17,"36"36,-1 0,-17-18,0 18,-18-17,1-19,-19 19,1 16,17 1,-17-35,-18 0,17 17,-17-17,0 17,0 0,0 0,-35 1,18-1,-19 0,19-17,-1 0,0-1,1 1</inkml:trace>
  <inkml:trace contextRef="#ctx0" brushRef="#br0" timeOffset="35550.0935">17780 10636,'0'18,"0"70,0-17,18-36,-1 18,-17 0,0-36,18 1,-18 0,0-1,18-17,-18 18,0 0,0-1,17 18,18 1</inkml:trace>
  <inkml:trace contextRef="#ctx0" brushRef="#br0" timeOffset="35831.9421">17974 10619,'0'0,"35"35,18 0,-35-17,17-1,-35 1,0 0,18-18,-18 17,17 1,-17 0,18 17,0 0,17-35</inkml:trace>
  <inkml:trace contextRef="#ctx0" brushRef="#br0" timeOffset="36011.8815">18450 10724,'-17'0,"-19"36,-17-1,-17 36,-1-36,18 18,18-36,17 1</inkml:trace>
  <inkml:trace contextRef="#ctx0" brushRef="#br0" timeOffset="36247.544">18133 10971,'35'53,"-17"0,-1 18,1-18,0 0,-1-36,-17 36,0-18,0-17,0 17,0-17,-17-18,17 18,-18-1,0 1</inkml:trace>
  <inkml:trace contextRef="#ctx0" brushRef="#br0" timeOffset="36559.0349">18380 10601,'17'0,"19"18,17 35,-1-1,-16 19,-19-18,19-18,-19 18,-17 0,18 18,-18-36,0 18,0-18,0-17,0 35,-18-18,18-17,-35 34,-18 1,-88 53</inkml:trace>
  <inkml:trace contextRef="#ctx0" brushRef="#br0" timeOffset="37271.0266">9384 13017,'18'0,"-1"-17,36 17,-18 0,1-18,34 18,-17 0,-18 0,18 0,-17 0,-1 0,0 0,36 0,-36 0,18 18,17-1,1 1</inkml:trace>
  <inkml:trace contextRef="#ctx0" brushRef="#br0" timeOffset="37655.8394">9190 13723,'35'18,"0"-1,18-17,0 18,-35 0,17-18,0 0,1 0,-19 0,19 0,-36 17,17-17,1 0,-18 18,35-18,0 18,-17-18,17 17,36 1,-1-18</inkml:trace>
  <inkml:trace contextRef="#ctx0" brushRef="#br0" timeOffset="38288.1641">10495 13547,'18'0,"-1"0,1 0,17 0,-17 0,17-18,18 18,0 0,53 0,-18 0,0 0,36 0,-18 0,-36 0,1 18,-36-18,-35 17</inkml:trace>
  <inkml:trace contextRef="#ctx0" brushRef="#br0" timeOffset="39024.4013">12224 13723,'-36'18,"-16"35,-37 17,36 18,-17 36,35-1,-1 18,1-17,17-1,18-34,0-1,18-18,17-17,-17-35,0-1,17 1,-17 0,-1-1,18-17,18 0,-17 0,34-17,18-54,-35 18,-17 36,-1-36,-18 0,-17 18,0 17,0 0,0 1,-17 17,-1-18,-17-17,0 35,17-18,0 18,1 0,-1 0,0 0,1 0,-1 0,1 18</inkml:trace>
  <inkml:trace contextRef="#ctx0" brushRef="#br0" timeOffset="39561.6989">11606 13864,'0'-17,"18"17,0 0,17 0,35 0,19 35,34-35,1 17,-36-17,-35 0,0 0,-18 0,0 0,0 0,-35-17</inkml:trace>
  <inkml:trace contextRef="#ctx0" brushRef="#br0" timeOffset="39927.9144">12012 12965,'0'52,"35"19,-35 0,18-1,-18-35,0 18,0 0,0-35,0 17,0-17,0-1,0 19,0-19,0 19,0-19,0 1,0 0,0-1,0 1,18-1</inkml:trace>
  <inkml:trace contextRef="#ctx0" brushRef="#br0" timeOffset="40473.0002">13529 13106,'0'17,"0"54,0-18,0 35,0-17,0-1,-18-17,1 0,17 0,-18-18,18-17,-18-1,1-17,-1-53</inkml:trace>
  <inkml:trace contextRef="#ctx0" brushRef="#br0" timeOffset="40924.0098">13212 13123,'17'0,"18"18,71 53,-35-19,-1 37,36-36,-53-1,0-16,-18 17,1-36,-36 1,-18 0,0-18</inkml:trace>
  <inkml:trace contextRef="#ctx0" brushRef="#br0" timeOffset="43239.0748">14429 12823,'17'0,"1"0,0 0,17 18,18-18,0 35,-18 1,35-1,-34 0,-1 0,18 1,-35-1,-18 0,0 1,0-19,0 19,0-1,-18-18,-17 19,17 17,0-36,-17 19,-18-36,18 35,17-18,1-17,87 18,18 0,1-1,-1 19,-35-19,0 1,-18 17,0 0,-17-17,-1 17,1 18,0 0,-18-35,0 35,-18 17,0-17,-17 18,35-36,-53 18,18 0,0-18,-1 0,1-17,35 0,-35-18,35 17,0-34,35-124</inkml:trace>
  <inkml:trace contextRef="#ctx0" brushRef="#br0" timeOffset="43777.8067">17304 12912,'-18'35,"18"0,-18 18,1 0,-18 35,17-35,-17 0,-1 0,19-18,-1-17,0 17,18-17,-17-18</inkml:trace>
  <inkml:trace contextRef="#ctx0" brushRef="#br0" timeOffset="44355.767">17022 12859,'88'53,"18"52,-1 19,1-18,-18-53,-35 17,0-34,-35-1,0-18,-1-17</inkml:trace>
  <inkml:trace contextRef="#ctx0" brushRef="#br0" timeOffset="45445.632">18662 12347,'18'0,"17"18,35 35,36 35,-53-35,0 0,0 0,-18-18,-17 36,0-1,-1 54,-17-36,0-18,-35 54,0-54,-36 19,18-37,18 1,-18-35,0 17,18-17,52-18,1 0,0 0,17 0,36 0,17 0,-18 0,1 18,-36-18,0 17,-17-17,0 0</inkml:trace>
  <inkml:trace contextRef="#ctx0" brushRef="#br0" timeOffset="46331.5573">19826 12629,'18'0,"-1"0,36 0,-17 0,16 0,1 0,0 18,-17-18,34 0,-17 18,-35-1,35-17,-18 0,-17 18,-1-18,1 0,-18 18</inkml:trace>
  <inkml:trace contextRef="#ctx0" brushRef="#br0" timeOffset="46766.9437">20126 13123,'18'0,"-1"0,19 0,34 0,18 18,-17-18,-36 0,36 0,-1 0,-52 0,17 0,0 0,-35 18,18-18,0 0,17 0,36 0,-1-18</inkml:trace>
  <inkml:trace contextRef="#ctx0" brushRef="#br0" timeOffset="47087.1571">21184 12788,'18'0,"17"0,0 0,18 0,18 0,17 0,18 0,-35 0,-1-17,-17 17,-35 0,17 0,0 0,18-18</inkml:trace>
  <inkml:trace contextRef="#ctx0" brushRef="#br0" timeOffset="47562.1766">22401 12100,'0'36,"0"52,0 53,0 71,53-1,-53-17,18 18,-18 0,0-1,0-34,0-1,0-35,0 0,0-17,18-18,-18-18,17-18,-17-52,18 35,-1-18,-17-17,0-1,18-17,0 0,-1 0</inkml:trace>
  <inkml:trace contextRef="#ctx0" brushRef="#br0" timeOffset="52520.59">2452 8961,'53'0,"17"35,18-18,36 19,-1-36,1 17,-1 1,1-18,-1 35,1-35,-71 0,35 0,-18 0,-17 0,0 0,0 0,0 0,18 0,-18 0,-1-17,19-1,-18 18,-35-18,35 18,-18-17,-18-1,19 0,-19 18,1-17,0 17,-1-18,1-17,0 35,17-18,-18 1,1-1,17 0,-17-17,17 0,1-18,16 18,-16-18,17-18,0-17,-18 17,0 18,0 18,1-18,-1 0,-17 18,-18 0,17 0,-17-1,18 19,0-36,-1 0,1 17,-1 19,1-18,0-18,-18 35,17 0,-17-17,18 17,0-17,-18 18,0-19,0 1,0 17,17-17,-17-18,0 36,0-36,0 0,0 0,18 0,-18 0,0 0,18 18,-18-1,0-16,17 52,-17-36,0 19,0-19,0 19,0-19,0 19,0-18,0-1,0 1,0 0,0 17,0-35,0 18,0 17,-17-17,17 17,0 1,0-1,0-17,-18 17,18-17,-18 17,18 1,-17-1,17-17,-18 17,18-17,-18 35,1 0,17-18,0 0,0 1,-18 17,0 0,18-18,0 1,-17 17,-1-18,1 0,17 1,-18 17,0-18,18 0,-17 1,-1 17,18-18,0 0,-18 18,1-17,17-1,-18 18,18-18,-18 1,1 17,17-18,-18 18,1-17,-1-1,0 18,1-18,-1 1,0-1,1 18,17-18,-18 1,0 17,18-18,-17 0,-1 18,0 0,18-17,-17 17,-1-18,1 18,-1 0,18-17,-18 17,1 0,-1 0,0 0,1-18,-1 18,0 0,-17-18,18 18,-1 0,0 0,1 0,-1 0,0 0,1-17,-1 17,0-18,1 18,-1 0,1-18,-1 18,0 0,1 0,-1 0,-17 0,-1 0,36-17,-35 17,0 0,17 0,1 0,-1 0,-17 0,-1 0,19 0,-1 0,0 0,-17 0,18 0,-1 0,0 0,1 0,-1 0,-35 0,18 0,17 0,-17 0,0 0,-1 0,1 17,-18-17,35 0,-17 18,-18-18,36 0,-19 0,-17 0,18 0,-35 35,-1-17,1 0,17-1,0 1,17-1,-17 19,1-19,-1 19,17-19,-17 19,18-36,0 35,17-18,-35 19,18-19,0 19,-18-19,35 1,-17 17,0 1,-36 16,18-16,18 17,0-36,-54 71,54-35,-53 53,-18-35,53-18,-35 53,35-54,18 1,0 0,17 0,-17-18,-1 18,19-17,-19-1,19-17,17-1,0 18,-18-17,18 0,0 17,0-17,0 17,0 0,0 1,18 16,-1 1,19 18,17-1,0 1,-1 17,54 18,-17-53,-19 0,-17 0,18 0,-1 17,18-17,18 0,-35 18,35-18,-36-18,1 0,-1 0,1 1,-1-19,1 19,-1-19,36 19,-18-19,-17-17,0 18,-19-18,1 0,0 0,-35 0,17 0,-17 0,-1 0,1 0,0 0,-1 0,1 0,17 0,-17 0,0 0,-1 0</inkml:trace>
  <inkml:trace contextRef="#ctx0" brushRef="#br0" timeOffset="53273.1543">1852 8837,'18'0,"17"18,53 17,36-17,70 35,70-36,-34 18,17-35,35 18,18-18,-71 0,35 0,-52 0,-18 0,18 0,-89 0,-34 0,-72 0,1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04:54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4322 2469,'17'0,"18"0,36 0,17 0,124 18,0-18,17 0,53 0,18 0,-18 0,18 0,-18 0,18 0,-18 0,53 0,-52 0,17 0,-18 0,18 0,-18 0,18 0,-18 0,18 0,17 0,-52 0,-36 0,-17 0,-1 0,-34 0,-1 0,1 0,17 0,17 0,19 0,-19 0,1 0,35 0,0 0,17-35,-34 35,-1 0,-70 0,-71 0,-70 0,-1 0,1 0,0 0,-1 0,1 0,-1 0</inkml:trace>
  <inkml:trace contextRef="#ctx0" brushRef="#br0" timeOffset="2337.9986">8202 3598,'0'0,"18"0,-1 0,36 36,53 17,0-1,0 37,-36-36,36 17,-53-35,18 1,-1-1,-17 0,-35-35,17 18,18-1,-18-17,18 0,18 0,17 0,35-35,18-18,-17 0,-18 18,-18-18,35 18,-34 0,-36 17,17 18,-17 0,-18 0,18 0,0 0,0 0,35 0,0 18,-17-1,17 1,-17-18,-1 18,1-1,-1 1,-17-1,53 1,-35 0,17-18,35 17,-34 1,34-18,18 0,71 0,-1 0,54 0,0 0,-1 0,-34-35,-19 17,-34 18,-54 0,-17 0,-36 0,-17 0,0 0,-35 0,35 0,0 0,-18 18,36-1,34 1,-16 17,69-17,1 35,70-36,-17-17,-36 18,1-18,-89 0,0 0,-17 0,-36 0,-17 0</inkml:trace>
  <inkml:trace contextRef="#ctx0" brushRef="#br0" timeOffset="3630.525">3722 10301,'70'0,"54"0,52 0,54 0,69 0,54 0,247 0,123 0,53 0,177 0,-177 0,18 0,-142 0,-105 0,-71 0,-158 0,-71 0,-53 0,-18 0,-17 0,-53 0,17 0,1 0,17 0,70 0,19 0,70 0,17 0,177 0,-141 0,-36 0,-17 0,-35 0,-54 0,-70 0,-17 0,-71 0,53 18,-71-18,0 0,-17 0</inkml:trace>
  <inkml:trace contextRef="#ctx0" brushRef="#br0" timeOffset="4027.7015">16087 9807,'35'0,"53"53,53 18,-17-1,-1 18,18-35,-35 18,-88-36,17-35,-35 18,0-1,0 1,0 17,-18 18,-35-17,1 16,-54-16,-18 34,-70-34,-17 17,-19-36,72 1,52-18,-71 0,19 0</inkml:trace>
  <inkml:trace contextRef="#ctx0" brushRef="#br0" timeOffset="4832.5829">6579 5080,'18'141,"17"124,18 52,-53 1,0 87,0 19,0 175,0-52,-18 71,-17-72,-35-34,17-53,0-177,35-18,18-52,0-53,0-106,0 17,35-17,-35-35,18-1,-18 1,18-18</inkml:trace>
  <inkml:trace contextRef="#ctx0" brushRef="#br0" timeOffset="5552.2633">6509 5009,'-18'53,"0"18,-17-1,-18 36,0-35,18-1,-18 1,18-18,0 0,-1-36,36 1</inkml:trace>
  <inkml:trace contextRef="#ctx0" brushRef="#br0" timeOffset="5858.1135">6473 5115,'53'18,"71"70,35 0,-18 0,17-17,-52 0,0-1,-35-35,-36 1,-17-1,17-35,-17 0,-18 18,17-18</inkml:trace>
  <inkml:trace contextRef="#ctx0" brushRef="#br0" timeOffset="7780.4352">4498 9878,'0'0,"35"0,53 0,36 0,35-18,52 0,19-70,17 18,-1-1,-34-52,0 35,-18-36,-35 18,-1-17,-17-18,-17-36,-36 18,-17-35,-1 18,1-18,-1 18,1 17,17 0,0 18,0 18,1-19,16 37,-16-1,-19 53,36-35,-35 35,34 0,-34 18,35-1,17 1,-52 0,35-1,-36 19,-17-1,18 18,-1 0,-17 0,35 0,-17 0,17 18,-17 35,-18-53,35 70,-18-34,19 16,-19 1,1 18,17-18,0 53,-35-36,0-17,-18 18,0 35,18-54,-35 19,17 0,1-1,-19-17,1 0,-1 18,1-1,17 36,18-36,-35 1,17-18,18 18,-18-1,54 36,-36-36,17 19,1-19,34 18,-16 1,34 16,18-16,0 16,-17-34,-1 17,36-17,0-1,0-17,-1 0,54 18,0-54,-36 19,36-1,-36-35,-17 53,-18-53,18 0,-18 0,-18 0,18 0,-17 0,-1 0,18 0,-52 0,16 0,-16 0,17 0,-36 0,18 0,-17 0,-1 0,-34 0,17 0,-18 0,-18 0,1 0,0 0</inkml:trace>
  <inkml:trace contextRef="#ctx0" brushRef="#br0" timeOffset="9220.8864">12153 8608,'0'88,"35"0,-17 18,35 17,-35 1,-1-1,1 19,-18 16,35-17,-17 18,-18-18,0-17,0-1,0 18,0-35,0-18,0 1,0-1,0-18,0-34,0-1,0 18,0-36,0 1</inkml:trace>
  <inkml:trace contextRef="#ctx0" brushRef="#br0" timeOffset="11057.8791">11659 11395,'18'0,"0"0,17 0,35 17,-34-17,17 18,-53 0,35-1,-17 1,-18 0,0-1,0 18,0 1,-18-19,-17 1,-1 17,19-17,-19 17,-17-17,18-1,0 1,17 0,1-18,34 0,1 0,35 0,-18-18,-17 18,-1 0,1 0,0 0,17 0,-17 0,17 18,-17-1,17 1,-18-18,1 18,-18-1,0 1,0 17,0-17,0 17,-18 0,1-17,-1 17,1 1,17-19,-36 1,19 0,17-1,-18-17</inkml:trace>
  <inkml:trace contextRef="#ctx0" brushRef="#br0" timeOffset="11395.535">12206 11906,'0'0,"53"36,-18-19,18 36,-18-18,-17 18,17 0,-17-18,17 1,-17-19,-18 1,0 0</inkml:trace>
  <inkml:trace contextRef="#ctx0" brushRef="#br0" timeOffset="12059.1427">12594 11307,'0'0,"35"70,1-17,-19 18,-17-36,18 18,0 0,-18 17,0-52,0 17,0-17,17-18,1-36,-18 19,18-1,-18 1,35-1,-18 18,1-18,0 18,-1 0,1 0,17 0,36 36,-1-1,36 35,-35-34,-18-1,-18 0,-17-17,-1 0,1-1,0 18,-18-17,0 0,0 17,0-17,-18-18,0 17,18 1,-35 0,0-1,17-17,0 18,1-18,-1 0,-17-35</inkml:trace>
  <inkml:trace contextRef="#ctx0" brushRef="#br0" timeOffset="12488.8693">12823 11324,'18'-17,"17"17,36 0,-18 0,53 0,-18 0,-18 0,-17 0,-17 0,-19 0</inkml:trace>
  <inkml:trace contextRef="#ctx0" brushRef="#br0" timeOffset="13772.9672">12506 10107,'18'0,"-1"0,1 0,0 0,-18-18,17-17,36 18,0-36,18-36,34 1,1 18,0-1,0 36,-53 0,-36 17,1 0</inkml:trace>
  <inkml:trace contextRef="#ctx0" brushRef="#br0" timeOffset="14249.9735">13159 10054,'0'0,"17"-17,19-1,16 0,1-17,18 0,35-18,17-18,-17 36,-35 0,-1 17,-52 0,-1 1,1 17,-18-18,0 36,18-1</inkml:trace>
  <inkml:trace contextRef="#ctx0" brushRef="#br0" timeOffset="14650.4231">13794 10125,'17'0,"1"0,0 0,-1 0,18 0,36-18,0-17,70-18,-18 18,1-18,-1 0,-17 0,-36 35,-34 18,-36-17,17 17,1 0</inkml:trace>
  <inkml:trace contextRef="#ctx0" brushRef="#br0" timeOffset="15054.1801">14887 10178,'53'-18,"18"-17,-18 17,0-17,17 17,-35 1,-35-1,18 18,0 0,-1 0</inkml:trace>
  <inkml:trace contextRef="#ctx0" brushRef="#br0" timeOffset="15546.4001">14358 7885,'0'17,"0"18,0 54,0 34,0 18,0 18,0 53,0-18,18-18,-18-17,0-36,0-17,0 0,0-71,0 18,0-35,0-1,0 1</inkml:trace>
  <inkml:trace contextRef="#ctx0" brushRef="#br0" timeOffset="15977.6564">14111 7902,'0'0,"-35"35,-18 18,18-17,-18 17,17 0,19-1,-18 1,-1-35,19 17,-1-17,18 0</inkml:trace>
  <inkml:trace contextRef="#ctx0" brushRef="#br0" timeOffset="16278.1646">14182 7743,'17'0,"71"53,36 36,17-19,-17-17,17 18,-18-1,-70-35,0-17,-53 0,18-18,-1 17</inkml:trace>
  <inkml:trace contextRef="#ctx0" brushRef="#br0" timeOffset="16847.1053">15681 7355,'-18'18,"1"17,17 54,0-19,0 18,0-35,35-18,0 1,-35-1,36-35,-19 18,18-18,-17 0,0 0,-1 0,19-18,17 0,-1-17,1 0,0 17,0-70,-35 53,-18-18,0 18,0 17,-18-35,-35 18,18-1,-18 19,18-1,17 18,1 0,-1 0,0 0,1 0,-1 0,18 18,0-1</inkml:trace>
  <inkml:trace contextRef="#ctx0" brushRef="#br0" timeOffset="17173.5722">16475 7479,'17'18,"19"34,-1-16,0-1,-17 0,-1 18,1-53,-18 35,18-17,-18 0,17-18</inkml:trace>
  <inkml:trace contextRef="#ctx0" brushRef="#br0" timeOffset="17557.7416">17057 7056,'0'0,"0"17,-18 1,1 35,17 0,-18 0,18-18,0 35,18-17,-1 0,18-17,1-1,-19-18,1 1,17-18,1 18,16-18,-16 0,34-18,36-17,-53 0,18-54,17 1,-53 35,-35 18</inkml:trace>
  <inkml:trace contextRef="#ctx0" brushRef="#br0" timeOffset="17776.1195">17498 7020,'-36'-17,"19"17,-18 0,-18 0,35 0,-17 0,-18 0,35 0,-17 17,0 1,17 0,0-1,1-17,34 0</inkml:trace>
  <inkml:trace contextRef="#ctx0" brushRef="#br0" timeOffset="18150.6056">18292 6332,'0'18,"-18"0,0 17,18 71,0 17,36 142,34-18,-52-36,17 1,-17-36,-18-52,0-36,0-35,0-18,0 1</inkml:trace>
  <inkml:trace contextRef="#ctx0" brushRef="#br0" timeOffset="19972.3544">7620 3757,'18'0,"17"18,35 17,36 53,35 0,-17-35,-18 18,-36-18,36-18,-53-17,18-1,-36 1,35-18,1 0,52-18,-34 1,52-36,-18 0,1 0,-18 18,-36-1,1 19,-36 17,-17-18,17 18,0 0,18 0,-18 0,36 0,17 0,-17 0,34 0,-52 0,-17 0,-19 0,1 0,-18 18,18-18,-1 17,18 1,-35 0,36-1,-19-17,1 18,17 0,1-18,-1 17,18-17,17 18,107-18,17 0,88-35,0-18,18-18,0 1,0 17,-71 35,-70 0,-89 18,-52 0,0 0,-18 18,17-18,1 0,0 0,-1 0,1 18,-1-18,1 0,17 17,18-17,18 0,17 0,71 0,35 0,-35 0,17 0,-53 18,1 0,-1-1,-34 18,16 1,19-19,-1 19,-34-19,34 19,-17-19,-36 1,-52-18,17 0</inkml:trace>
  <inkml:trace contextRef="#ctx0" brushRef="#br0" timeOffset="22472.4403">12136 7479,'0'18,"-18"-1,18 1,0-1,0 1,0 17,-18-17,18 17,-17-17,17 17,0 0,0-17,-18 17,18-17,0 0,0-1,0 1,0 0,0-1,-18 1,18 17,0-17,0 17,0-17,0 35,0-18,0-17,0 17,0-18,0 19,0-1,0 18,0-18,0-17,0-1,0 1,0 0,0 17,0 0,18-17,-18 0,0 17,0-18,0 19,0-19,0 1,0 35,0-18,0-17,0 17,18 0,-1 18,-17 0,0 0,18-18,0 18,-1 0,-17-17,0-1,0-18,0 19,18-1,-1 0,1 18,-18-17,0-1,0 18,0-18,0 0,0 18,18 0,-18-18,17 18,-17 0,18 0,-18 0,18 0,-18 18,17-1,-17-35,0 36,0 17,18 0,-18 18,35-35,-17-1,-18-34,0 16,17 1,-17-17,0 17,0-1,18-16,-18 34,18-17,-18 35,17-17,1 17,0 18,-18-18,17 36,1-54,-18-17,0 18,0-18,0-18,0 0,0 0,0-17,0 0,0-1,0 1,0 0,0-1,18-17</inkml:trace>
  <inkml:trace contextRef="#ctx0" brushRef="#br0" timeOffset="24753.8875">19420 2805,'0'0,"18"0,-18-18,18 18,35-18,-36 1,19-1,16 0,-34 1,17-1,1 18,-19 0,1 0,0 0,-1 0,18 0,1 0,17 18,-36-1,19 1,16 17,-16 1,-19-19,19 18,-19 1,19-1,-36-17,0-1,0 1,0 0,0 17,-18 0,0 0,1-17,-1 0,-17 17,-18 18,35-53,-17 35,0 0,17 1,0-36,1 0,34 0,1-18,0 0,17 18,0-17,0 17,1 0,17 0,0 17,0 1,-1 0,1-18,-35 35,0-17,-1-18,1 17,-18 1,0 0,0-1,-18 18,1 18,-19-35,1 35,17 0,-34 0,-1 0,0 0,17-36,1 1,35-53</inkml:trace>
  <inkml:trace contextRef="#ctx0" brushRef="#br0" timeOffset="25192.0652">20637 3528,'18'0,"0"35,-1 0,1-17,0 0,-1 17,-17-17,18-1,-18 1,18-18</inkml:trace>
  <inkml:trace contextRef="#ctx0" brushRef="#br0" timeOffset="25911.3898">21396 2681,'0'18,"0"17,18 18,-18-35,17 34,-17 19,0-18,0 18,0-19,0 1,0 0,0-35,0 17,0-17,0-53,0 17,0 0,0 1,18 17,35 35,17 0,1 18,-1 0,-17 0,-17-18,-1 0,-35-17,0 0,0-1,0 1,0 0,0-1,-18 36,1-35,-19 17,19 0,-19 18,1-35,0 0,17-1,-17 1,0 0,17-18,0 17,1-17,-1 0,1 0,-1 0,0 0,-17-35,0-18</inkml:trace>
  <inkml:trace contextRef="#ctx0" brushRef="#br0" timeOffset="26255.9703">21643 2946,'0'-18,"18"18,-1 0,1 0,17 0,18 0,-18 0,-17 0,0 0,-1 0,1 0,-1 18,1-18,0 17,-1-17,1 0</inkml:trace>
  <inkml:trace contextRef="#ctx0" brushRef="#br0" timeOffset="27090.483">18150 4551,'106'0,"18"0,17 0,123 0,107 0,52 0,230 0,-36-35,-17 35,0 0,-177 0,-141 0,-88 0,-106 0,-17 17,-53-17,-1 0,1 0,17 0,-17 0,-1 0,19 0,-19 0</inkml:trace>
  <inkml:trace contextRef="#ctx0" brushRef="#br0" timeOffset="29930.3665">12277 8608,'17'0,"19"0,-1 0,35 0,72 0,-1 0,35-18,36 18,17 0,36 0,-1 0,18 0,18 0,18 0,-18 0,-18 0,18 0,-18 0,-35 0,-35-53,-36 36,-35-19,-18 19,-34 17,-36-18,0 18,-18-18,-18 18,1 0,17 0,-17 0,0 0,17 0,0 0,0 0,18 0,-17 0,17 0,-1 0,-34 0,0 0,17 0,-17 0,-1 0,1 0,0 0,17 0,0 0,-17 0,17 0,-17 0,-1 0,1 0,0 0,-1 0,1 0,0 0,-1 0,1 0,-1 0,1 0</inkml:trace>
  <inkml:trace contextRef="#ctx0" brushRef="#br0" timeOffset="30717.776">17727 8096,'71'18,"52"52,1-52,-19 35,-34-35,35 35,-71-36,0-17,-17 0,0 18,-18-1,-18 1,0-18,-17 0,-18 35,-17-17,-19 35,19-53,-36 53,35-18,1 0,-1 1,18-1,18 0,-18-17,53 0,-17-18,34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06:03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2417 4798,'17'0,"18"0,1 0,-1 0,18 0,0 0,-36 0,36 0,0 0,-35 0,17 0,0 0,-17 0,0 0</inkml:trace>
  <inkml:trace contextRef="#ctx0" brushRef="#br0" timeOffset="868.5197">2381 4939,'18'0,"17"35,18 0,18 18,-18 0,35-17,-35 16,0-16,-18-1,0-17,-35-1,18 1,-18 0,0-1,-18 1,-17-1,-18 19,0-1,-18 0,1 1,17 17,-18-1,1 37,17-54,18 0,-1 0,19-17,17 0,0-1,35-17,0 18,18 0,35-1,18 19,18 16,-36-34,-35 0,0-1,-18-17,18 0</inkml:trace>
  <inkml:trace contextRef="#ctx0" brushRef="#br0" timeOffset="1408.4432">4780 4392,'18'0,"35"35,17 54,54 16,-54-34,-34 17,16-35,-34 0,17-18,-17 18,0-18,-18-17,17-18,-17 18,0-1</inkml:trace>
  <inkml:trace contextRef="#ctx0" brushRef="#br0" timeOffset="1743.4732">5203 4533,'-35'18,"-18"35,18 0,-18 0,35-1,-34-34,16 17,1-17,35 0,-18-18,18 17</inkml:trace>
  <inkml:trace contextRef="#ctx0" brushRef="#br0" timeOffset="2093.2101">5362 4551,'18'0,"-1"0,1 0,17 0,18 0,0 17,-17 19,16-19,-16 1,-19 0,1-18,0 0,-1 17,-17 1</inkml:trace>
  <inkml:trace contextRef="#ctx0" brushRef="#br0" timeOffset="2415.4607">5503 4904,'18'35,"0"18,-1 0,1-36,0 19,-1-1,-17-17,0 17,0-18,0 1,0 0</inkml:trace>
  <inkml:trace contextRef="#ctx0" brushRef="#br0" timeOffset="2785.5492">6191 4798,'18'0,"0"0,-1 0,18 0,1 0,-19 0,1 0,35 0,-35 0,-1 0,1 0,-1 0,-17 17</inkml:trace>
  <inkml:trace contextRef="#ctx0" brushRef="#br0" timeOffset="3779.1933">6473 5221,'18'0,"0"0,-18-18,17 1,1-54,0 1,-1-18,19 17,-19-35,1 18,17-18,-35 18,0 17,0 36,18-35,-18 34,17 36,-17-17,0-1,18 18,-18-18,18 18,-1 0,36 71,-17-36,-36 36,17-18,1 0,17-1,-35-34,18 0,-18-71,0-18,17 18,-17 18,18 0,-18-18,0 35,0 1,35 70,1 17,-19-35,1-17,-1 17,1 1,-18-19,0 1,18-1,-1 1,-17 0,0 17,36-17,-36-1</inkml:trace>
  <inkml:trace contextRef="#ctx0" brushRef="#br0" timeOffset="4386.314">4498 5644,'53'0,"-36"0,54 0,52 0,1 36,-1-19,19-17,34 18,-17 0,105 17,-52-35,-36 18,1-1,-19 1,-69-18,-19 17,-52-17,-1 0,1 0,0 0,-1 0,1 18,0-18,-1 0</inkml:trace>
  <inkml:trace contextRef="#ctx0" brushRef="#br0" timeOffset="5089.7414">5697 6244,'0'0,"36"0,-19 0,36 18,0 17,0 0,-18 1,-17-1,0 0,17 18,-35-35,0 35,0-36,0 19,0-1,-18-18,1-17,-1 18,18 0,-18-18,1 0,17 17,-53-34,17-36,1-18,18 36,17 17,0-17,0 0,0 0,17-1,1 1,-1 17,1-17,-18 17,35-17,-17 18,17-1,-17 0,17 1,-17 17,-1 0,1-18,0 18,-1 0</inkml:trace>
  <inkml:trace contextRef="#ctx0" brushRef="#br0" timeOffset="5630.3968">4022 4692,'0'70,"-18"19,18-1,-18 35,1 1,17-18,0-18,17 0,36 53,18-17,-1-19,19 1,-36-35,52 17,-16 0,-19-52,1 16,-18-16,-18-1,0-17,0-1,18 1,0 17,35-17,71-1,35-17,71 0</inkml:trace>
  <inkml:trace contextRef="#ctx0" brushRef="#br0" timeOffset="6122.2182">7338 5133,'70'53,"36"17,0 19,-18 16,-35-52,0 18,-35-18,17 17,-17 36,-18-18,0 1,0-1,-53 18,-18 17,18-70,0 0,18-35,35-1,-18 1,1-18,-19 0,-16-18</inkml:trace>
  <inkml:trace contextRef="#ctx0" brushRef="#br0" timeOffset="6825.8623">8378 4304,'18'0,"0"0,-1 0,1 0,53 18,-19-1,1 1,-17-18,-19 17,1 1,-18 0,18-18,-18 17,0 1,0 0,0 17,0 0,0 0,-36 1,19-19,-19 19,36-19,-17-17,34 0,1-17,0 17,35 0,35 0,0 0,-17 0,-1 0,-17 0,0 0,-18 0,-17 0,-1 0,1 0</inkml:trace>
  <inkml:trace contextRef="#ctx0" brushRef="#br0" timeOffset="7440.1165">1623 6526,'0'0,"17"0,19 0,-1 0,18 0,-18 18,18-18,-18 18,1-18,-1 0,0 17,-17 1,-1-18,19 18,-19-18,1 17,-18 1,18-18,-18 17</inkml:trace>
  <inkml:trace contextRef="#ctx0" brushRef="#br0" timeOffset="7729.2954">1993 6791,'0'53,"0"17,18-34,-18 17,17 0,-17-1,18-34,-18 0,0-1,0-34</inkml:trace>
  <inkml:trace contextRef="#ctx0" brushRef="#br0" timeOffset="7968.772">2222 6685,'36'0,"17"0,0 18,17-18,1 17,-1-17,-34 18,16-18,1 0,-35 0,0 0,-1 18,1-18</inkml:trace>
  <inkml:trace contextRef="#ctx0" brushRef="#br0" timeOffset="8250.4264">2399 6897,'18'0,"-1"0,36 0,-18 0,36 17,-18 1,17-18,1 18,-36-18,18 0,-18 0,-17 0,17 17,-17-17,17 0,1 0,-1 0</inkml:trace>
  <inkml:trace contextRef="#ctx0" brushRef="#br0" timeOffset="8525.023">3157 6756,'18'70,"0"18,-1-17,-17 0,0-1,0-35,0 1,0-1,0-17,0-1,-17-17,-1 0,-35-53</inkml:trace>
  <inkml:trace contextRef="#ctx0" brushRef="#br0" timeOffset="9743.6183">2452 4092,'53'18,"0"88,-36-71,1 36,0-19,-1-16,-17-1,0-17,0 17,0-70,-17-36,17 36,0-18,0 0,17 0,18 35,-35-17,18 0,0 17,-1 1,1-19,0 36,17-17,-35-1,18 18,-1 0,1 0,-18 18,35 35,0-1,-17 1,0-17,-1-19,-17 19,0-19,0 1,0 0</inkml:trace>
  <inkml:trace contextRef="#ctx0" brushRef="#br0" timeOffset="17627.2729">5786 2240,'35'0,"53"18,141 35,71-36,18 1,176 17,282-35,194 0,-18 0,1 0,-107 0,-140 0,-283 0,-176 0,-106 0,-52 18,-36 0,-36-18,1 0,-18 17,17-17,1 0,0 0,-1 0,1 0</inkml:trace>
  <inkml:trace contextRef="#ctx0" brushRef="#br0" timeOffset="18313.7637">3775 8449,'35'35,"71"106,-18-17,0 17,0-35,-17 0,-18-36,35 71,-53-52,1-19,-1-17,-17 0,-1-18,1-35,-18 18</inkml:trace>
  <inkml:trace contextRef="#ctx0" brushRef="#br0" timeOffset="18665.8718">4533 8978,'-53'35,"-70"36,-18 17,35-17,35-1,1-17,17 0,18-35,17-1,-17 1</inkml:trace>
  <inkml:trace contextRef="#ctx0" brushRef="#br0" timeOffset="19182.2802">5750 9031,'0'0,"18"0,0 0,17 18,18 35,0 0,-18-1,18 19,-18-36,-17 18,-1-17,1-19,0-17,-1 0,1 0,0-17,-1-1,89-53,-18 18,18-17,0 17</inkml:trace>
  <inkml:trace contextRef="#ctx0" brushRef="#br0" timeOffset="19690.6446">6879 8749,'18'18,"17"70,-17 18,-1 17,-17 0,0-17,0 18,-17-18,-1-18,18-18,-18-17,18-17,-17-19,17 1,0-1,0-34,35-124</inkml:trace>
  <inkml:trace contextRef="#ctx0" brushRef="#br0" timeOffset="20192.1578">7108 8943,'18'0,"17"53,106 35,-35 35,-17-17,-37-17,19-19,-36 1,18-18,-53-18,35 0,-17-35,0 0,-18-18,17-70,19 18,17-36,-18-18,35 19,-34-19,-1 18,-17 18,-1 18,1 17,0 17</inkml:trace>
  <inkml:trace contextRef="#ctx0" brushRef="#br0" timeOffset="20865.3522">5098 9260,'35'0,"-35"-17,18 17,17 0,0-18,18-17,0 17,17-17,1 0,53-1,-19 1,-16 0,-19 17,1 18,-36 0,-17 0,34 0,-34 0,0 0,17 0,-17 0,-1 0,1 18,0-1</inkml:trace>
  <inkml:trace contextRef="#ctx0" brushRef="#br0" timeOffset="21490.4199">9331 8855,'-35'0,"17"0,-17 0,17 0,-17 0,0 0,-18 35,35-17,0-1,-17 19,17-1,1 0,17 0,0 1,0 17,-18-18,18 0,0 18,0-18,0 18,0-17,0-1,18 0,-18 18,17 0,1-35,0 34,-1 1,19 0</inkml:trace>
  <inkml:trace contextRef="#ctx0" brushRef="#br0" timeOffset="22324.3524">9454 10283,'0'0,"18"0,-18-52,18-37,17 1,0-53,36 0,17-53,0 35,-17-35,17 71,-17-18,-36 52,18 1,-36 71,-17-19,18 19,0 52,35 53,-18 36,-18-19,1-34,-18-36,18 18,-18-18,17-17,1-18,53-123,17-19,0 19,0-18,0 17,-70 54,0 35,-18 17,0 53,0 0,17 36,-17 17,0-17,0 17,0-35,0 0,0 0,0-18,0-17,0 17,0-17,0-1,0 18,18 18,17-17,18 17</inkml:trace>
  <inkml:trace contextRef="#ctx0" brushRef="#br0" timeOffset="22630.9423">11465 9225,'18'0,"17"53,0 18,-17-18,0-36,-1 36,-17-18,0-17,18 17,-18-17,0 0,0-1,0 1,-18-18,18 17</inkml:trace>
  <inkml:trace contextRef="#ctx0" brushRef="#br0" timeOffset="23288.6442">12453 8572,'18'0,"88"36,17 34,71 54,0-18,-70-18,-19-18,-34-17,-18-17,-36-1,1 0,0 18,-18 0,0-18,-18 1,0-1,-17 0,0 0,0-17,-18-18,0 18,18-18,-1 0,-17 0,18 0,-71-36,36-17,-19-52,1-1,35-18,18 36,17 53,18 17,0-17,0 0,0 17,0 0,18 1,0-19,-1 36,19-35,17 18,-1 17,-16-18,17 18,-18 0,0 0,18 0,18 0,-36 0,0 0,1 0,-19 0,36-18</inkml:trace>
  <inkml:trace contextRef="#ctx0" brushRef="#br0" timeOffset="23772.6741">13458 8343,'18'0,"0"0,35 18,0-1,-18 1,-18 0,19-18,-19 17,-17 1,0 0,0 17,-17-35,17 35,-36-17,19-1,-18 1,17 0,36-18,-1 0,1 0,17 0,18 0,0 0,0 0,17-18,-17 0,-17-17</inkml:trace>
  <inkml:trace contextRef="#ctx0" brushRef="#br0" timeOffset="24117.8254">14058 8132,'71'88,"17"-18,-35 18,17-17,1 0,-18 17,-18-35,-17 0,17 0,-35-1,18 1,-18-17,17 34,-17 1,0-18,0 0,-17 17,-1 1,0-18,-34 17,-37 18,-52 18,-18 18</inkml:trace>
  <inkml:trace contextRef="#ctx0" brushRef="#br0" timeOffset="24835.1442">5556 11077,'18'0,"70"106,71 141,-36-35,-35-54,1-16,-19-37,-34-34,-1-1,-18-17,1-35,0 0,-18-1,0 1,-18-18</inkml:trace>
  <inkml:trace contextRef="#ctx0" brushRef="#br0" timeOffset="25195.7953">6385 11077,'0'18,"0"-1,0 36,0 0,-17-17,-1 34,-35 36,0-35,-17 34,17-34,0-18,17 0,1-18,35 0,-17-35</inkml:trace>
  <inkml:trace contextRef="#ctx0" brushRef="#br0" timeOffset="25556.8869">6385 11430,'0'0,"18"0,0 0,-1 0,1 0,35 0,0 18,-36-18,1 0,0 0,-1 0,-17 17,18-17,-1 0,19 18,-1 0,-17-18,35 0,0 0</inkml:trace>
  <inkml:trace contextRef="#ctx0" brushRef="#br0" timeOffset="25931.3703">6632 11624,'0'35,"35"36,-35-18,36 17,-36-17,0 0,0 0,0 0,0-35,0 35,0-36,0 1,17-53</inkml:trace>
  <inkml:trace contextRef="#ctx0" brushRef="#br0" timeOffset="26265.6676">6950 11783,'0'-18,"35"18,18 0,53 0,17 18,1-18,-36 0,-35 0,-36 0,1 0,-18 17,0 19</inkml:trace>
  <inkml:trace contextRef="#ctx0" brushRef="#br0" timeOffset="27151.2288">7585 12435,'17'0,"1"-17,-18-19,35-87,36-36,-36 36,18-36,35-53,-17-17,-1 35,-17 18,-17 17,16 35,-34 72,-18 34,18 18,-18 18,0 87,17-16,19 16,-36-52,17 18,-17-18,18 0,-18-36,0 19,18-19,-1-17,1 0,-1 0,36-123,18 17,-1 35,-17-34,0 16,18 1,-36 35,-35 18,0 53,0 52,18 1,-1-1,1-17,-18 0,18 0,-18 0,17 0,1-18,-18 36,35-1,-17 1,-18 17,0-17,0-1,0 36</inkml:trace>
  <inkml:trace contextRef="#ctx0" brushRef="#br0" timeOffset="27691.556">5045 12188,'0'0,"53"0,35 0,35 0,71 0,71 0,88 0,264 0,-17 0,-1 0,-122 0,-54 0,-105 0,-107 18,-70-18,-70 18,-18-18,-36 0,-17 17,0 1</inkml:trace>
  <inkml:trace contextRef="#ctx0" brushRef="#br0" timeOffset="28379.6674">7620 13053,'0'0,"0"-18,18 18,17 18,18 17,17 18,-17 0,0 0,-18 0,-17 0,0-18,-1 18,-17-18,0 18,-17-35,-1-1,0 1,1-18,-1 35,-17-35,-18-17,-18-36,19 17,16-17,-17 18,36-18,-1 18,0-36,18 1,36-71,34 35,-17 0,53 36,0-1,0 18,17-17,36-1,-36 53,1 1,-1-1,1-17,-1 35,-35 0,-35 0,-17 0,-36 35</inkml:trace>
  <inkml:trace contextRef="#ctx0" brushRef="#br0" timeOffset="28993.5246">10283 12594,'18'0,"0"-17,-1 17,-17-18,36 0,34-52,36-19,0-16,17-1,1 18,17-18,-18 35,-17 36,-35 0,-36 17,-17 18,-1 0,72 71,-19-1,18 36,-35-53,0 0,-35 0,-1-53,1 35,0-35,-18 18,17-18,-17-36,36-17,-19 1,-17-1,36 17,-19-17,54 1,17-19,71 0,17 1,71-1</inkml:trace>
  <inkml:trace contextRef="#ctx0" brushRef="#br0" timeOffset="29286.8451">13264 11483,'-17'18,"-1"52,-17 36,17-18,-52 53,34-17,-17-1,1 1,-1-19,17 1,19-53,-1-17,0 16,18-34,0 0,106-195</inkml:trace>
  <inkml:trace contextRef="#ctx0" brushRef="#br0" timeOffset="29762.7529">13212 11624,'17'71,"36"17,18 18,-18-1,17 1,-35 0,1-71,-19 36,19-36,-36-17,17-18,1 0,-18-71,53-87,-36 52,1-18,0 1,-1 52,1 18,-18 18,0 17,-18 18,18 18,0 0,0 35</inkml:trace>
  <inkml:trace contextRef="#ctx0" brushRef="#br0" timeOffset="30232.8539">14199 11412,'0'18,"-17"0,-1 17,0 18,1 17,-1 1,0-18,18 53,0-53,0 17,0 1,0-1,18-34,-18 16,0-34,0 0,0-1,18-17,-1 0,19 0,52-17</inkml:trace>
  <inkml:trace contextRef="#ctx0" brushRef="#br0" timeOffset="30794.8195">14429 11342,'-18'17,"0"36,18-17,-17 17,17-1,-18 19,18-36,0 18,0 0,0 0,18-18,-1 1,1-19,0-17,-1 0,1 0,0 0,17 0,-18 0,19-53,-1 0,0-17,-17 35,-18-18,0-18,0 36,-18 0,1-1,-36 1,53 0,-53 17,18-17,-1 35,19 0,-1 0,18 35,0-17,71 35</inkml:trace>
  <inkml:trace contextRef="#ctx0" brushRef="#br0" timeOffset="31109.7757">15328 11536,'0'53,"0"-18,18 18,-18 0,17 0,-17-18,0 18,0-18,0 1,0-19,0 1,-17-18,17 17</inkml:trace>
  <inkml:trace contextRef="#ctx0" brushRef="#br0" timeOffset="31435.5997">15928 11060,'18'17,"-1"18,1 18,-18 18,0-18,17 0,-17 0,0 17,0-34,0 16,0 1,0-35,-17 17,17-17,-18-18,1 0</inkml:trace>
  <inkml:trace contextRef="#ctx0" brushRef="#br0" timeOffset="31881.9833">16245 10530,'18'0,"35"71,0 0,0-1,0 18,17 18,-17-35,18 34,-36-34,0 35,1-36,-19 19,1 16,-18-16,0-1,0-18,-18 1,1-18,-1 0,0 0,1 0,17-36,0 1,-18 0,0-18,1 0</inkml:trace>
  <inkml:trace contextRef="#ctx0" brushRef="#br0" timeOffset="32953.7598">12629 12947,'18'-18,"0"18,17-17,-17 17,52 0,71 0,89 0,69 0,90 0,157 0,-69 0,-54 0,-53 0,1 0,-89 0,-70 0,-89 0,-70 0,0 0,-35 0,-1 0,18 0,-17 0,17 0,-17 0,0 0,17 0,-35-18,35 18,-17 0,0 0,-1 0,1 0,-1 0</inkml:trace>
  <inkml:trace contextRef="#ctx0" brushRef="#br0" timeOffset="35924.7896">9013 6050,'18'0,"0"0,-1 0,1 0,0 0,-1 0,-17-18,18 18,17-52,0 16,54-52,17 35,17-17,18-1,-17 36,-1 0,1-1,-36 36,-18 0,-34 18,16 0,-16 17,34 0,18 53,18-17,0-1,-35-17,-18-17,17 16,-17-16,0-19,-35 1,17 0,0-18,-17 0,-1 0,-17-18,18 0,-18-35,35-17,-17-1,53-34</inkml:trace>
  <inkml:trace contextRef="#ctx0" brushRef="#br0" timeOffset="36503.1533">12118 4621,'0'0,"35"18,36 35,70 35,-18 36,18-1,-35-17,0 35,18 18,17 88,-18-18,1 0,-19 1,-16-19,-19 1,1-89,-36 1,0-36,1-53,-19 1,1-19,-18 1,-18-18,1 0,-1 0,0 0,54-159,69-70,19 0</inkml:trace>
  <inkml:trace contextRef="#ctx0" brushRef="#br0" timeOffset="36909.8333">13917 4939,'-18'0,"-34"18,-1 34,0 1,-53 36,0 52,0-18,-17 36,-1 17,36-17,-18 0,18 0,0-36,-18 53,53-105,0-18,18 17,0-34,35-19,-18-17,18 18,-18-18,18 18,0-1,-17-17,17-123</inkml:trace>
  <inkml:trace contextRef="#ctx0" brushRef="#br0" timeOffset="37995.7624">13847 4269,'17'0,"1"0,35 17,0 1,35 17,-18-17,1 17,-1-17,-34-1,-1-17,-17 36,-1-19,1-17,0 36,-18-1,0-18,0 36,0 0,0 0,-18-35,0 35,-17 0,17-36,18 1,-17-18,34 0,19 18,34-1,36 19,-18-19,-17 1,-1-18,1 17,-1 1,-34-18,-1 0,-17 18,-36-18,0 0,1 0,-1 0,0 0,1 0</inkml:trace>
  <inkml:trace contextRef="#ctx0" brushRef="#br0" timeOffset="42779.9789">2981 7426</inkml:trace>
  <inkml:trace contextRef="#ctx0" brushRef="#br0" timeOffset="44087.4655">15328 5503,'-17'18,"-1"-18,0 35,1 1,-36-1,35 18,-17 17,17 1,1-1,17 19,0-1,0-35,35 0,0 0,0-36,1 18,-19-17,19 0,-19-1,1-17,17 0</inkml:trace>
  <inkml:trace contextRef="#ctx0" brushRef="#br0" timeOffset="44862.7107">16192 5521,'0'88,"0"36,0-36,0-18,0 19,0-19,0-17,0-35,-17 17,17-17,17-18,-17-18,0-141,18 36,35 17,-35 18,17-18,18 53,-35-18,17 54,-18-36,1 53,0-18,-1 18,1 18,35 52,0 1,17 35,-34-36,-1 1,0-1,-17 1,-1-18,-17 0,18-36,-18 19,0-19,18-17,17-123,53-36</inkml:trace>
  <inkml:trace contextRef="#ctx0" brushRef="#br0" timeOffset="45345.7222">17268 4851,'18'17,"35"54,0-1,17 1,-17 70,18-35,-36-18,1 36,16 17,-34-18,0 54,-18-54,0-17,0 0,0-53,0 17,0-35,0 1,0-19,0 19,0-19,0 1,-18-18,0 0</inkml:trace>
  <inkml:trace contextRef="#ctx0" brushRef="#br0" timeOffset="49609.4488">10195 6826,'18'0,"35"53,70 35,18 18,1 35,-19-35,18 0,0 17,-17-34,17-19,-18-17,-17 0,35-18,-35-17,-18-18,36 0,34-18,19-17,35 0,52-36,-17-17,18 17,34-34,-16 34,-54 0,-17 36,-1 0,-70 35,-35-18,-18 18,-17 0,0 0,-36 18,35 0,-17-1,0 18,-35-17,35 17,-18-35,0 36,-17-19,17-17,18 18,-35-18,52 0,1 18,17-18,71 0,-18 0,106-53,-18-18,36 18,-18 0,17 18,-17-18,-53 53,-17 0,-54 0,-70 0,18 18,-18-1,-18 19,0-19,0 19,18-19,-17 18,17-17,-18 0,-18-18,1 0,17 0</inkml:trace>
  <inkml:trace contextRef="#ctx0" brushRef="#br0" timeOffset="51430.5458">15505 4022,'-18'0,"0"0,-35-18,18 0,0 1,0-1,-18 18,-18-18,-35-34,18 34,-35-17,-1 17,18 0,18 1,-35 17,-1-36,1 19,-54 17,-34 0,69 0,-69 0,34 35,54-17,-1-1,54 1,-1 0,36-1,0-17,0 18,35 0,-18-18,0 17,1 1,-1-1,0 19,-17-1,0 36,-36-1,1 36,-36-18,0 18,0 0,0 0,1-1,34-16,18-36,18 17,17 1,0-18,18 17,0 1,0 17,0-18,0 19,18-19,17 36,18-18,18 18,-18 0,35-18,0 18,-35-35,18 17,17-18,-35-17,0 0,0 0,52 35,-52-53,18 1,-36-1,53 18,-52-18,34-17,1 17,-1-17,36-1,-53 1,71 17,-19-35,-16 0,34 0,-17 0,53-17,-36-19,36 19,0-89,-36 0,1-35,-36-18,-35-52,-18-1,-35 18,-18-18,18 36,-70-18,17 17,18 19,-18 34,17 54,1-36,17 35,-17 36,18-18,-19-17,36 34,-17-17,-1 18,18 0,0-1,0 19,-18-18,18 17,-17 0,17 1,0-1,-18 18,18-18</inkml:trace>
  <inkml:trace contextRef="#ctx0" brushRef="#br0" timeOffset="53329.198">15646 6773,'17'0,"1"18,70 35,-17-18,-18 0,-36 18,36-17,-18-1,1-17,-1 17,-35-18,18-17,-1 18,1 0,0-18,-1 0,1 0,-1 0,19 0,-1 0,-35-18,53 0,-18-17,1-18,-1 0,0 0,0 18,-17 0,0 17,-18 1,17-1,1 0,0 1,17 34,18 19,35 17,-35-1,17 1,-34 0,17 0,-18-18,0-17,-35 0,35-1,-17-17,0 0,-1 0,1 0,0-17,-1 17,36-36,18-16,17-19,-18 18,-17-17,0 34,-17 19,-19-19,1 54,17 0,36 35,-18-1,0-16,-1 17,-16-36,-1 1,18 17,-35-17,-1-1,1-17,-1 0,1 0,0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07:26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3087 1711,'0'18,"0"17,0 35,0 1,-18 0,18-19,-17 37,-1 16,0 19,18-53,-17 34,-1 19,18-54,-18 1,18-18,0-18,0 0,0-17,18-18,0 0,-1 0,1 0,0 0,-1-18,18 18,1 0,-1 0,36 0,-19 0,-16 0,17 0,-18 0,-17 0,17 0,-18 0,1 0,0 0,-18-17</inkml:trace>
  <inkml:trace contextRef="#ctx0" brushRef="#br0" timeOffset="305.0904">3845 1870,'0'70,"18"54,17-1,-17 36,-1-36,1 1,0-1,-1-34,19 16,-36-69,17-1,1-17,0-1,-1-17,36 0</inkml:trace>
  <inkml:trace contextRef="#ctx0" brushRef="#br0" timeOffset="1015.6167">4374 2011,'0'0,"0"17,0 36,0 0,36 35,-19 1,36 17,0 17,-18-35,18 0,-17-35,-1 0,0-35,-17-1,-1-17,1 0,0 0,-1 0,1 0,0-35,-1 0,19-18,-19 0,19-17,-19-1,-17-17,0 17,0 36,-35 0,35-1,-18 36,1 0,-1 0,-17 18,-1 17,19 1,-1-19,0 19,18-1,0-18,0 1,0 0,18 17,0-35,-1 18,1-1,0-17,17 18,-17-18,35 18,17-18,36 0,0-18,-36-35,71-35,-35-18,-53 18</inkml:trace>
  <inkml:trace contextRef="#ctx0" brushRef="#br0" timeOffset="1297.0199">5821 1905,'88'141,"0"-17,0 17,-17-53,-36 18,1 0,-19-36,1 18,-18-17,0-18,-18-18,1 0,17-17,-18-18,0 18,18-1,-35-17,0 0,-1 0</inkml:trace>
  <inkml:trace contextRef="#ctx0" brushRef="#br0" timeOffset="1663.524">6368 2170,'17'0,"19"0,-19 0,54 0,-1 0,1 17,-1-17,-34 0,17 18,-18-18,-17 0,-1 0,1 17</inkml:trace>
  <inkml:trace contextRef="#ctx0" brushRef="#br0" timeOffset="2078.8792">6526 2575,'18'0,"17"0,-17 0,0 0,-1 0,18 0,1 0,17 0,-18 0,18 0,17 0,-17 18,-17 0,-1-1,0 1,-35-1,18-17,-1 0,1 18,35 0</inkml:trace>
  <inkml:trace contextRef="#ctx0" brushRef="#br0" timeOffset="2505.7565">8643 1358,'35'0,"-17"0,17 0,36 0,-1 0,71 18,18-18,35 0,-17 0,-19 0,-52 0,-35 0,-36 0</inkml:trace>
  <inkml:trace contextRef="#ctx0" brushRef="#br0" timeOffset="2798.2296">9084 1587,'0'18,"0"53,18 52,-18-35,0 18,0 0,0 0,-18 17,0-34,18-37,0 1,-17-35,17 0</inkml:trace>
  <inkml:trace contextRef="#ctx0" brushRef="#br0" timeOffset="3071.1972">9525 1305,'0'0,"0"36,18 87,35 0,-18 36,18-35,-36-36,-17-18,18 19,0-19,-18-17,17-35,-17 35,0-18,0 0,0-17,0 17</inkml:trace>
  <inkml:trace contextRef="#ctx0" brushRef="#br0" timeOffset="3375.8703">8749 2769,'18'0,"-1"0,36 18,-18 17,18 0,0 1,0 17,0-18,-18 0,-17 1,17-19,-17 1,-1 17,1-17,-18 17</inkml:trace>
  <inkml:trace contextRef="#ctx0" brushRef="#br0" timeOffset="3639.3432">8908 3369,'0'0,"17"0,1 18,17 17,-17 0,-1 36,1-1,0 19,-1 16,-17-34,0 17,0-35,0 18,-17-19,-1 1,0-35,1 0</inkml:trace>
  <inkml:trace contextRef="#ctx0" brushRef="#br0" timeOffset="3921.7907">9278 3581,'18'0,"-1"0,1 0,0 0,17 0,-17 0,17 0,-18 0,36 0,-17 0,-19 0,19 0,16 0,-34 0,0 0</inkml:trace>
  <inkml:trace contextRef="#ctx0" brushRef="#br0" timeOffset="4211.9509">9349 3722,'17'0,"19"0,-1 0,-18 17,1 1,0-18,-1 0,19 0,-1 18,0-18,18 0,0 0,18 0,-19-18,1-17</inkml:trace>
  <inkml:trace contextRef="#ctx0" brushRef="#br0" timeOffset="4472.7791">10195 3351,'18'0,"0"71,52 35,-52-36,-1 1,-17-36,0 18,0 0,0-18,0 1,0-1,0-18,-17 1,-19 0</inkml:trace>
  <inkml:trace contextRef="#ctx0" brushRef="#br0" timeOffset="5392.4244">9190 494,'0'35,"17"71,36 17,-35 1,-18-36,18-17,-1-1,-17-17,0-18,0 1,0-19,0-34,0-54,0 1,18 17,17-18,-17 36,17-18,0 18,-17-1,17 19,-17 17,0 0,17 53,-17 0,17-1,0 1,0-17,-17 17,0 0,-1-1,1-16,0-1,-18-17,0-1,0 19,0-19,0 1,0 35,0-36,17 36</inkml:trace>
  <inkml:trace contextRef="#ctx0" brushRef="#br0" timeOffset="5994.9662">11889 794,'0'0,"0"-18,-18 0,0 18,18-17,-17 17,-1 0,0 0,1 0,-19 0,-16 17,-1 1,-18 35,18-18,18 36,0 17,35 36,0-1,0 18,0 18,35-18,-17 53,-1 0,1 18,35 35,0-36,-36 1,1-36,-18 1,0-1,-18-52,1 34,-19-87,36-1,-17-34,-1-19,0 1,1-18,-18 18,-1-36,-70-53,18-34</inkml:trace>
  <inkml:trace contextRef="#ctx0" brushRef="#br0" timeOffset="6306.3139">10742 2681,'18'0,"17"0,-17-18,52 18,1 0,35 0,-18 0,35 0,36 0,-88 18,-36-18,0 18,-17-18,-1 0,1 0,0 0,35 0,70-18</inkml:trace>
  <inkml:trace contextRef="#ctx0" brushRef="#br0" timeOffset="6611.1187">12506 1764,'-18'18,"1"17,17 18,0 35,0 0,0 36,0-19,0 19,0-54,0 19,0-36,0-18,17 0,1 0,0-17,-18 0,17-1,1-17</inkml:trace>
  <inkml:trace contextRef="#ctx0" brushRef="#br0" timeOffset="6986.9897">12682 2187,'18'0,"0"0,17 18,35-1,-17 19,-17-19,-19 1,1 0,0-1,-1-17,-17 36,0-1,18 0,-18 0,0 18,0-35,-18 17,18 18,0-35,-17-1,-1-17,0 18,18 0,-17-18,-19 0,36 17,0-52</inkml:trace>
  <inkml:trace contextRef="#ctx0" brushRef="#br0" timeOffset="7310.7388">13370 1905,'0'18,"-17"17,-1 18,0 0,1 35,-1-18,18 19,0-19,0-34,0 16,0-16,35-19,-17 19,17-19,-35 1,18-18,0 18,-18-1,35-34,18-19</inkml:trace>
  <inkml:trace contextRef="#ctx0" brushRef="#br0" timeOffset="7580.5009">13652 2028,'18'0,"0"0,-1 18,19-18,-19 18,-17-1,18-17,0 18,-18 0,17-18</inkml:trace>
  <inkml:trace contextRef="#ctx0" brushRef="#br0" timeOffset="7880.1938">13688 2258,'17'0,"1"0,-18 17,18 19,-1-1,-17-17,18 17,-18 18,0-18,0 0,0 18,0-17,0-19,-18 1,18-1,0 1,0 0</inkml:trace>
  <inkml:trace contextRef="#ctx0" brushRef="#br0" timeOffset="8182.5241">14111 2399,'35'53,"1"-36,-1 36,0 0,-17 0,-1-18,1 18,-18 0,0 0,0-18,0 18,0 0,0-35,0 0,-18-1,1-17,17 18,-18-18,1 0,17 18,0-89</inkml:trace>
  <inkml:trace contextRef="#ctx0" brushRef="#br0" timeOffset="8955.4202">14834 1799,'0'18,"0"52,0 19,18-19,0 36,-18-53,17 70,1-87,-18-1,17 0,1-17,0-1,-18 1,17-18,19-18,17-52,35-36,-53 18,18 0,0-36,-18 54,-35-1,0 1,-17 34,-19-17,19 36,-1-1,0 18,1 0,-1 0,0 0,1-18,-1 18,-17 0,17 0,-17 0,0 36,-1-19,19 19,-1 17,18-36,0 1,0-1,0 1,18 0,-18-1,17-17,-17 36,36-19,-19 19,1-36,0 17,17 1,0 17,0-17,18-18,-35 0,0 0,-1 0,-17-18,0 0</inkml:trace>
  <inkml:trace contextRef="#ctx0" brushRef="#br0" timeOffset="9394.9231">14393 2064,'18'0,"0"0,-1 17,-17 1,18 0,-18-1,0 1,0 0,0-1,0 1,18-1,17 1,53-36</inkml:trace>
  <inkml:trace contextRef="#ctx0" brushRef="#br0" timeOffset="9840.1583">16175 564,'0'36,"0"-19,0 54,17 17,36 53,18 0,0 53,-19-35,19 17,-18-17,-35 53,-1-36,-17 89,0-53,-17-1,-54 1,0-53,1-36,35-17,-1-71,36-17,-17-18,-1 0,0 0</inkml:trace>
  <inkml:trace contextRef="#ctx0" brushRef="#br0" timeOffset="10823.6189">6438 6597,'35'0,"18"-18,-17 18,17 0,17 0,18 0,18 0,-35 0,70 0,-71 0,-17 0,0 0,-18 0,-17 0,0 0,-1 0</inkml:trace>
  <inkml:trace contextRef="#ctx0" brushRef="#br0" timeOffset="11426.1757">6597 7250,'106'0,"0"0,17 0,1 0,-36 0,-18 0,-52 0,17 0,0 0</inkml:trace>
  <inkml:trace contextRef="#ctx0" brushRef="#br0" timeOffset="13984.2672">8502 5768,'18'0,"17"0,18-18,-18 18,36-17,17 17,18-18,17 0,1-35,-36 36,-18-1,-34 18,-19 0,1 0</inkml:trace>
  <inkml:trace contextRef="#ctx0" brushRef="#br0" timeOffset="14296.7495">9190 5786,'0'0,"-18"70,18 1,-35 52,35 1,-35-19,35-16,-18-1,0-35,1 0,17-18,-18-17,18-1,18-34,17-89</inkml:trace>
  <inkml:trace contextRef="#ctx0" brushRef="#br0" timeOffset="14545.5105">9366 5697,'18'71,"0"17,-1 0,1 18,-1 18,1-36,-18-18,0 19,18-37,-18-16,0-19,0 19</inkml:trace>
  <inkml:trace contextRef="#ctx0" brushRef="#br0" timeOffset="14819.5619">8484 6738,'0'0,"53"35,18-17,-1 17,-17-17,-17 17,-1-17,18 17,-18-35,-17 35,-1-17,19 0,-36-1,17 1,1 0</inkml:trace>
  <inkml:trace contextRef="#ctx0" brushRef="#br0" timeOffset="15068.8733">8961 7408,'0'0,"0"106,0 53,0-36,0-17,0 18,0-36,0-18,-18-17,18 0,-18-35,18 0,-17-18,17 17</inkml:trace>
  <inkml:trace contextRef="#ctx0" brushRef="#br0" timeOffset="15304.464">9331 7338,'18'0,"-1"0,36 0,-18 35,18-17,0 17,-17-35,-19 18,18-1,1 1,-36 0,17-18,-17 17</inkml:trace>
  <inkml:trace contextRef="#ctx0" brushRef="#br0" timeOffset="15524.1646">9102 7849,'70'0,"-17"18,0-18,0 18,35-1,0 1,18-18,-53 0,35 0,18 0,18 0,-36-18,-18 18</inkml:trace>
  <inkml:trace contextRef="#ctx0" brushRef="#br0" timeOffset="15808.97">10089 7549,'18'36,"17"87,1 1,17-54,-53-17,0 35,17-35,-17-17,0 16,0-16,0-19,0 1,-17 0,-19-18</inkml:trace>
  <inkml:trace contextRef="#ctx0" brushRef="#br0" timeOffset="16737.3291">9137 4639,'35'35,"0"53,1 18,17 0,-36-18,1-17,-18 17,0-53,0-17,0 0,0-1,18-17,-18-35,0-71,0 18,0 17,17 19,19 16,-19-34,36 17,-35 17,-1 19,36 34,0 72,0-1,0-18,-18 1,-17-18,0-18,-1 0,-17 1,18-19,-18 1,0 0,0-1,0 1,-18 0,18 17,0 0,18 36</inkml:trace>
  <inkml:trace contextRef="#ctx0" brushRef="#br0" timeOffset="17743.4106">12100 6174,'0'17,"0"36,18-18,-18 36,18 17,34 36,-16 17,-1-18,0 1,1-1,-1-17,-18-35,19-54,-19 18,1-35,-18 18,18-18,-1 0,19 0,-1-70,0-36,18-18,-35 1,-18 35,0-36,-36 1,-16 52,16-17,-17 0,0 35,18 18,0-1,0 1,17 35,18-18,-18 18,1 18,-1 35,0 0,1 17,17-34,0 17,0-1,0-34,17 17,1 1,17-1,-17-35,0 18,-1-18,1 0,-1 17,19-17,-1 0,0 18,-17-18,0 0,-1 0,1 17,52 1</inkml:trace>
  <inkml:trace contextRef="#ctx0" brushRef="#br0" timeOffset="18059.1805">12929 6579,'0'0,"18"0,-18-17,18 17,34 0,54 0,0 0,71 0,-54 0,0 0,-34 0,-36 0,-18 0,-17 0,-18 17,-18-17</inkml:trace>
  <inkml:trace contextRef="#ctx0" brushRef="#br0" timeOffset="18374.2435">13370 6156,'36'71,"16"34,-34-34,0-18,-1 17,1-17,-18 0,0-18,18 18,-18-17,0-19,17-17,-17 18,0 0,53-107</inkml:trace>
  <inkml:trace contextRef="#ctx0" brushRef="#br0" timeOffset="18661.2409">14146 6103,'0'18,"0"52,18 1,17 70,-35-71,18 1,0 17,-18-35,0 0,17-53,-17 35,0-17,0 0,0-1,-17-17,17-35</inkml:trace>
  <inkml:trace contextRef="#ctx0" brushRef="#br0" timeOffset="18932.8428">14817 6121,'53'106,"17"-1,-17 1,0 0,-35-71,-1 18,-17 0,0 0,0-18,0 1,0 17,-17-36,-1 18,-35 1,-18-19,1 19,-54-1,-34 0</inkml:trace>
  <inkml:trace contextRef="#ctx0" brushRef="#br0" timeOffset="19521.6684">11642 6103,'-18'18,"-17"-1,35 19,-18 34,18-17,0 35,0 36,18-18,-1-18,1 18,17-53,1 17,-1-35,18 18,0 0,-18 0,18 0,35 0,-17 0,34 0,37-18,105-17,-18-18,-18 0,89 0,18-18</inkml:trace>
  <inkml:trace contextRef="#ctx0" brushRef="#br0" timeOffset="20263.5785">16528 5980,'17'0,"19"35,52 18,18 0,-18 35,18-35,-71 0,0 0,0 0,-17-1,0-34,-18 35,17 0,-17-18,-17 36,-19-18,1 17,-18-17,18-18,17 18,-17-53,17 18,1 0,17-1,-18-17,0 0,1-35</inkml:trace>
  <inkml:trace contextRef="#ctx0" brushRef="#br0" timeOffset="20730.3449">17374 5962,'-35'35,"17"-17,1 17,-19 18,1 0,0 18,17-1,1-17,-1 18,18-1,18-17,-1 0,19-18,-19 18,1-18,17 1,-17-36,-1 35,-17-17,18-18,-18 17,0 1,0 0,0-54,35-52</inkml:trace>
  <inkml:trace contextRef="#ctx0" brushRef="#br0" timeOffset="20996.161">17868 5838,'18'0,"-1"0,1 0,17 18,1 0,-19-18,1 17,0 1,-1 0,-17-1,18-17</inkml:trace>
  <inkml:trace contextRef="#ctx0" brushRef="#br0" timeOffset="21482.8034">17798 6191,'17'-17,"1"17,17 0,-17 0,17 0,-17 0,-18 17,17 1,-17 17,36 36,-36-1,17 36,-17 18,0 17,0-18,0-35,18-35,-18-17,18-36,-18 17,17-17,-17 18,0-53,0-54,71-69,-36 16,36-104,-36 34</inkml:trace>
  <inkml:trace contextRef="#ctx0" brushRef="#br0" timeOffset="22513.463">18662 4516,'0'35,"0"53,0 0,0 0,0 1,0 16,0-16,35-19,-17-17,-1-35,-17 17,18-17,0-18,-1 17,-17 1,18-18,17-18,36-70,-18 18,17-54,-34 54,-19-36,1 17,-18 19,0-1,-18 18,1 18,-19 0,19-18,-1 18,0 35,-17-18,35 0,-35 18,35-17,-18 17,1 0,-1 0,0 0,-35 0,18 17,17 1,-17 0,0 17,0 0,35 1,0-1,0-18,0 36,17-35,1 0,-18-1,18 19,17-36,0 17,0 1,1-1,17-17,0 0,-36 0,1 0,-1 0,1 0,-18 18,-18 0</inkml:trace>
  <inkml:trace contextRef="#ctx0" brushRef="#br0" timeOffset="23420.0292">6844 10319,'18'0,"-1"0,1 0,-1 0,19 0,17 0,35 0,-53 0,36 0,-1 0,1 0,-36 0,-17 0,-1 0</inkml:trace>
  <inkml:trace contextRef="#ctx0" brushRef="#br0" timeOffset="23842.6374">6526 10636,'18'0,"0"0,35 18,-1-18,1 18,53-18,-18 17,1 1,16 17,-16-35,-1 18,-18-1,-34-17,-19 0</inkml:trace>
  <inkml:trace contextRef="#ctx0" brushRef="#br0" timeOffset="25256.6013">8308 5680,'-18'17,"-17"19,0-1,-1 0,19 36,17-18,-35 35,35-35,0 0,17 53,-17-71,35 18,1 17,34 1,-17 17,0-35,0 0,-18 0,1-18,-19-17,1 17,-18-17,0 17,0-17,0 17,0 18,-18-36,1 36,-19-17,19 16,-36-34,17 0,-16 35,-1-18,17 0,1-17,17-1,1-17,17 18,17-18,1 0,17 53,36 53,-36-18,0 53,-17-53,17 36,-35 17,18-18,-18 36,0-35,-18-54,1 18,17-17,-18-18,18-18,0 18,0-18,0 1,0-19,0 1,-18-18</inkml:trace>
  <inkml:trace contextRef="#ctx0" brushRef="#br0" timeOffset="26307.7927">22648 5891,'36'0,"-1"18,18 0,0-1,-18 19,-17-19,-1 18,1-35,0 36,-18-1,17-17,-17 35,0 0,0-18,-17 35,-19-17,-17-17,-35 34,35-35,36-17,-1 0,0-18,18 17,0-34,36-89</inkml:trace>
  <inkml:trace contextRef="#ctx0" brushRef="#br0" timeOffset="26689.345">23195 5768,'-35'18,"17"-1,18 1,-17 17,-1 0,0 1,1 17,17 17,0-17,0 0,0 0,0 0,35-18,0-17,0 17,1 0,-1 1,18-19,0 1,-18-1,18 1,-18-18,-35 18,18-18,0 0,-36 0,18-18,0 0</inkml:trace>
  <inkml:trace contextRef="#ctx0" brushRef="#br0" timeOffset="27158.8169">23477 5962,'18'0,"0"0,-1 0,36 0,-18 0,-17 0,0 0,-1 18,-17-1,18-17,0 0,-1 18,19-1</inkml:trace>
  <inkml:trace contextRef="#ctx0" brushRef="#br0" timeOffset="27466.9284">23671 6085,'18'36,"0"17,-1 0,1 35,0-18,-18 18,0-17,17-18,-17 17,0-52,0 35,0-35,0-1,0 1,0 0,-17-18,17 17,-18 1,0-18</inkml:trace>
  <inkml:trace contextRef="#ctx0" brushRef="#br0" timeOffset="28032.8642">22331 5980,'0'35,"-18"-18,1 19,-1-1,-35 18,0-18,0 1,-17 16,34-16,1-19,17 19,18-19,18-17,17 0,1 36,17-36,-1 35,1-18,-17 19,-1-36,-17 17,-18 1,17-18,-34 18,-19 17</inkml:trace>
  <inkml:trace contextRef="#ctx0" brushRef="#br0" timeOffset="28628.2682">20832 6103,'0'0,"0"71,17-1,36 1,18 35,-36-36,-17-17,17-35,-18-1,1-17,0 0,-1 0,1 0,17-17,1-19,16 1,-34 0,0 0,-1-18,-17 17,0 19,-17-19,-1 1,-17 0,0 35,17-18,0 18,1-17,-1 17,0 0,1 0,-19 0,19 0,-18 0,17 0,0 0,18 17,36-17,175 36</inkml:trace>
  <inkml:trace contextRef="#ctx0" brushRef="#br0" timeOffset="29615.5328">24253 6032,'-35'36,"0"-1,-18-17,18 17,-18-17,53-1,-18 1,1-18,34 0,1 0,-1 0,36 0,18 35,-1-17,-34-18,17 17,0 1,-36 0,1-18,-1 0,-17 17,18-17,35 0</inkml:trace>
  <inkml:trace contextRef="#ctx0" brushRef="#br0" timeOffset="29903.3788">24642 5786,'0'52,"0"-16,17 34,-17 18,0-35,18 18,-18-18,17-18,-17 0,18 1,-18-19,0 1,0 0,0-1</inkml:trace>
  <inkml:trace contextRef="#ctx0" brushRef="#br0" timeOffset="30596.3483">19844 8678,'0'0,"158"-17,-16-19,16 36,-34-17,17-1,18 18,17 0,-70 0,53 0,-36 0,-35 0,-17 0,-53 0,-1 0,-34 0,-1 0,-17 0</inkml:trace>
  <inkml:trace contextRef="#ctx0" brushRef="#br0" timeOffset="30862.8209">20479 8026,'53'141,"-18"-53,0 18,-17-18,-18 0,0-35,0 0,0-35,0 35,0-36,0 1,0 0,17-71</inkml:trace>
  <inkml:trace contextRef="#ctx0" brushRef="#br0" timeOffset="31109.2534">20920 7814,'0'0,"35"123,-17 1,35 70,-36-71,-17 19,0-54,0 0,0 0,0-35,0 0,0-35,-17-18,-1 17,0 19</inkml:trace>
  <inkml:trace contextRef="#ctx0" brushRef="#br0" timeOffset="32459.444">20761 8661,'18'0,"-1"0,1 0,0 0,17 0,-18 0,1 0,0 0,-18 17,0 1,0 0,0 17,-36-17,-16 34,-1-16,17-1,1-17,0-1,52-17,1 0,17 0,-35 18,0 17,0 0,-17 18,-1-17,-17-36,52 17,-17 1,71-18,88-71,-1 1,19-18,35-1,-54-16,-34-1,-89 53,-17 18,-18 17,-18 18,18-18,0 36,0 17,18 53,-18-17,0 17,17-17,-17-1,0-17,0-18,0 1,0-19,0 1,18-53,70-106,71 0,35-54,18 54,17 36,-35 69,0 19,-106-19,-35 36,-53 18,0 0,0 35,0-18,0-18,-35 36,-1 0,1-17,-18-1,18-35,0 17,17-17,0 0,-17-17,18-18,-19-18,1 17,35-17,-35 1,-1-1,19 35,17 0,0 1,17 52,1 18,-18-18,0 0,-18 18,1-17,-18-1,17 0,-35 0,35-35,1 0,-19-17,1-18,17-1,-17 1,18 0,-1 17,18 0,0 1,18 17,17 35,18 18,-18-18,0-17,-17 17,17-35,-17 18,-18-1,18 1,-18 0,0-1,-18 1</inkml:trace>
  <inkml:trace contextRef="#ctx0" brushRef="#br0" timeOffset="33379.4216">11730 8537,'0'0,"0"35,-18 36,18-36,0 36,0-18,18-36,-1 19,19-19,-19 19,1-36,0 0,-1 0,1 0,17 0,1 0,-1 0,0 0,36-53,17-35,-18 17,-17-17,-17 17,-19 36,-17-18,0 18,-17 17,-19 18,36-18,-17 18,-1 0,0 0,-17 0,17 18,1 0,-1-18,1 17</inkml:trace>
  <inkml:trace contextRef="#ctx0" brushRef="#br0" timeOffset="33653.0348">14940 8925,'0'18,"0"17,0 0,0-17,0 0,-18-1,18 1,-35 17,18-17,-19 0,19-18,-1 0</inkml:trace>
  <inkml:trace contextRef="#ctx0" brushRef="#br0" timeOffset="35206.0732">10319 10742,'-18'0,"18"-18,-18 1,1 17,-36 0,-53 0,-53 0,-17 17,-36 36,54-17,-19 34,36 1,70-1,19-34,16 16,36 1,0-17,36 34,16 36,19 0,17 0,0 0,-35-36,-17 36,-19-53,1 17,-18-34,0-1,0 18,0-18,-35 18,-18 18,0-18,-35 52,-1-34,1-18,0-18,0 0,17 1,54-19,-19-17,36 18,0 0,53-18,0 17,-18 1,36 0,-18 34,17 54,-17-35,18 70,-18-18,17 36,-52 18,-18-1,0 36,0-54,-18-34,-52-1,35 1,17-18,0-36,18-35,-17 18,17 0,0-35,0 0,0-1,-18-17,0 0,1 0,-1 0,18 18</inkml:trace>
  <inkml:trace contextRef="#ctx0" brushRef="#br0" timeOffset="35985.0781">17639 10654,'0'18,"0"34,0 1,0-17,0 34,18 1,-1-1,-17-34,18 16,-1 1,1-35,0 0,-1-1,1 1,0-18,35 0,17-35,1-18,-18 0,-18-18,-18 18,1-17,-18-18,0 52,-18 1,1 17,-18-34,-18 34,0-17,17 17,19 0,-18 18,17 0,0 0,1 0,-1 0,0 0,18 36</inkml:trace>
  <inkml:trace contextRef="#ctx0" brushRef="#br0" timeOffset="36399.8431">18627 10513,'-18'0,"-17"35,17 0,-17-17,-18 17,-18 36,18-18,18-18,35 18,0-18,18-35,-1 0,36 35,-35-17,35 35,-18-18,18-17,-35 0,17-1,-17 1,-1-18,-17 17,18-52</inkml:trace>
  <inkml:trace contextRef="#ctx0" brushRef="#br0" timeOffset="36674.0102">18785 10619,'18'-18,"0"18,-1 0,36 0,-17 53,-1 17,0-17,-17 0,17 0,-35-18,0 1,18 17,-18-36,0 1,0 17,0-17,-18-1,0-17,18 18,36-18</inkml:trace>
  <inkml:trace contextRef="#ctx0" brushRef="#br0" timeOffset="36915.2448">19068 10654,'0'18,"-18"34,0 1,1 0,-19 18,19-18,-1-18,1-17,17 17,0-17,0 17,0-18,0 36,52-35</inkml:trace>
  <inkml:trace contextRef="#ctx0" brushRef="#br0" timeOffset="37157.338">19650 11007,'0'17,"17"1,-17 0,18 17,-18-18,0 19,-18-36,18 17,-17 1,17 0,0-1,0 1,0 0,35-1</inkml:trace>
  <inkml:trace contextRef="#ctx0" brushRef="#br0" timeOffset="37405.8868">20091 10795,'17'0,"19"18,-36-1,17 1,1 0,0-1,-18 1,0-1,0 1,0 0,0-1,0 1,0 17</inkml:trace>
  <inkml:trace contextRef="#ctx0" brushRef="#br0" timeOffset="37577.9973">20355 10830,'18'0,"0"0,-1 0,1 0,17 53,0-35,18 35,53-18</inkml:trace>
  <inkml:trace contextRef="#ctx0" brushRef="#br0" timeOffset="37768.2">21502 10901,'0'0,"17"0,-17 35,0 0,0 1</inkml:trace>
  <inkml:trace contextRef="#ctx0" brushRef="#br0" timeOffset="38056.2092">21661 10707,'0'0,"52"17,19 36,-36-17,-35-19,36 19,-19 16,1-34,-1 0,-17 17,0 0,0-17,-17-18,17 18,-18-1,18 1,-17-1,-1 1</inkml:trace>
  <inkml:trace contextRef="#ctx0" brushRef="#br0" timeOffset="38270.4326">21749 10654,'0'18,"0"34,-18 1,0 0,1-17,-1 16,1 1,-1-17,-17-36,35 35,-18-17,18-1</inkml:trace>
  <inkml:trace contextRef="#ctx0" brushRef="#br0" timeOffset="38727.9089">22049 10866,'0'17,"17"1,-17 35,0 0,0-18,0 0,0 0,0-17,0 0,0-1,0 1,0-53,0-1,0 19,0-18,18-1,-18 19,18-19,-18 19,17 17,-17-18,0 0,18 18,17 0,0 36,-17-19,0 19,17 17,-35-36,18 1,-18 17,0-17,0-1,0 36,0-35,17 35,1-35</inkml:trace>
  <inkml:trace contextRef="#ctx0" brushRef="#br0" timeOffset="39190.5414">22648 10619,'0'-18,"-53"18,-35 35,53-17,17 0,-17-1,17 18,18-17,0 0,18-1,0-17,-1 0,1 18,17 0,-17-1,17 1,-17-18,-18 18,17-18,1 17,17 1,1-18</inkml:trace>
  <inkml:trace contextRef="#ctx0" brushRef="#br0" timeOffset="39464.0406">23125 10283,'0'0,"52"53,19 53,-18-18,18 18,-36-35,-18-1,1-17,-18 0,18-18,-1 18,-17-17,0-19,0 19,0-19,0 1,0-1,-17 19,-19-19,-16 36</inkml:trace>
  <inkml:trace contextRef="#ctx0" brushRef="#br0" timeOffset="40808.0159">10477 10813,'0'53,"-17"-1,-1 37,18-19,-35 1,35-1,-18 1,18-36,0 18,0-18,0-17,18 0,0-18,-1 17,1-17,17-35,0 0,1-1,17-16,-18-1,0 0,-17 0,-1 17,-17-34,0-1,0-17,0 18,0 34,0 1,0 17,-17 18,-1 0,-17 0,-36 53,-35 36,36-37,17 1,18 0,17-17,18-19,0 1,0-1,18 1,-1-18,1 0,0 18,17-18,-17 17,34 1,-16 0,17-1,-18 1,18 0,0-18,-36 17,19-17,-19 0,-17 18,-17-18</inkml:trace>
  <inkml:trace contextRef="#ctx0" brushRef="#br0" timeOffset="41177.9613">10954 11112,'17'0,"1"0,35 0,17 0,-17 0,53 0,-53 0,0 18,18-18,-36 0,-17 0,-18 18,-18-1,0 1</inkml:trace>
  <inkml:trace contextRef="#ctx0" brushRef="#br0" timeOffset="41489.9678">11307 10830,'17'36,"-17"34,0 1,0-36,0 18,0 0,0-18,-17 18,17-18,-18-17,18 0,-18-18,18 17,0 1,36-53</inkml:trace>
  <inkml:trace contextRef="#ctx0" brushRef="#br0" timeOffset="41759.8148">11730 10724,'17'53,"1"-17,0 34,-18 18,17-17,-17-18,0 35,0-53,0 1,0 17,-17-18,-1-18,18 1,-18 0,1-18</inkml:trace>
  <inkml:trace contextRef="#ctx0" brushRef="#br0" timeOffset="42060.5064">12065 10583,'35'18,"18"35,-35 0,17 0,0-18,-17 18,0 0,-1 0,-17 0,0-18,0 18,0-18,0 0,-17 18,-19 0,1 18,-18-1,-53-17,1 35,-19-17</inkml:trace>
  <inkml:trace contextRef="#ctx0" brushRef="#br0" timeOffset="42676.0115">10054 10813,'-17'17,"-1"-17,18 36,0-1,0-18,0 36,18 36,-1-19,36-17,-18 18,-35-18,36-18,-1 0,0 0,-17-17,-1 0,1-1,0 36,17-35,-17-1,17 36,18-17,0-1,53-17,17-18,36 0,17-53,36-18</inkml:trace>
  <inkml:trace contextRef="#ctx0" brushRef="#br0" timeOffset="43428.2737">12488 10001,'0'0,"0"18,36 35,-19-18,1 36,-18-18,18-1,-18-16,0-1,0-17,0-1,0 1,0-89,0 1,17-36,1 71,-1-18,1 0,0 18,-1 35,1 53,17-18,-35 18,18-18,0-17,-18 17,0-17,0-1,0 1,0-1,0 36,0 0,0 0</inkml:trace>
  <inkml:trace contextRef="#ctx0" brushRef="#br0" timeOffset="43827.7935">12982 10460,'-35'0,"17"35,18 0,-17-17,-1 17,-17 36,17-1,18 1,-18 0,1-36,17 18,0-36,0 1,0 0,0-1</inkml:trace>
  <inkml:trace contextRef="#ctx0" brushRef="#br0" timeOffset="44153.5041">13123 10477,'0'0,"36"53,17 0,-36 0,18 0,-17-18,17 18,-35 0,36 0,-19-18,-17 1,0-19,0 1,0 0</inkml:trace>
  <inkml:trace contextRef="#ctx0" brushRef="#br0" timeOffset="44443.58">13582 10389,'0'0,"-18"18,1 35,-1-18,-35 18,0 35,0-52,18 16,-18 1,35 0,-34 0,16-35,36-1,0 1,-17 0,-1-18,18 17,0 1</inkml:trace>
  <inkml:trace contextRef="#ctx0" brushRef="#br0" timeOffset="44772.1503">13547 10813,'17'0,"1"35,-18 18,0-36,0 36,0-35,0 0,0 17,-18-35,18 18,-17-1</inkml:trace>
  <inkml:trace contextRef="#ctx0" brushRef="#br0" timeOffset="45015.2868">13776 10742,'0'0,"18"0,-1 18,-17-1,0 1,0 0,0-1,0 1</inkml:trace>
  <inkml:trace contextRef="#ctx0" brushRef="#br0" timeOffset="45221.1438">13899 10742,'0'-18,"18"18,0 0,-1 0,-17 18,36 0,-19-18</inkml:trace>
  <inkml:trace contextRef="#ctx0" brushRef="#br0" timeOffset="45381.076">14164 10724,'18'18,"17"-18,-35 18,0-1,18 1,-1-18</inkml:trace>
  <inkml:trace contextRef="#ctx0" brushRef="#br0" timeOffset="45726.9">14270 10583,'17'18,"1"0,17 17,1 18,-1-18,0 18,-17-35,0-1,-18 19,17-36,-17 17,-17-17,17 18,-18-18</inkml:trace>
  <inkml:trace contextRef="#ctx0" brushRef="#br0" timeOffset="46017.2625">14482 10372,'0'35,"0"0,-18 18,18-18,-18 18,1-35,-1 35,18-18,-35 18,17-35,0 35,-17 0,35-18,-18-35,1 17,17 1,-18-18</inkml:trace>
  <inkml:trace contextRef="#ctx0" brushRef="#br0" timeOffset="46603.0871">14817 10654,'0'53,"0"0,0-18,0 18,0 0,0-36,0 19,0-19,0 1,-18 0,18-71,18 17,17-16,-17-1,17 17,-18-17,-17 36,0-1,18 18,0 0,17 53,-35-18,18 18,-1 0,-17 0,18 0,-18-18,0 1,0-19,0 1,-18-1,18 1,-17-18,17-53</inkml:trace>
  <inkml:trace contextRef="#ctx0" brushRef="#br0" timeOffset="46983.9727">15346 10442,'17'18,"19"35,-19 17,1 1,0-1,-1 1,-17-18,0 17,-17 1,-1-18,0-18,-17 18,35-35,-18 17,1-35,-1 35,1-35,-1 18,0-18,-17 0,0 0,17 0,-35-18,18 1</inkml:trace>
  <inkml:trace contextRef="#ctx0" brushRef="#br0" timeOffset="47961.1822">15452 9737,'0'35,"17"18,1 0,-18 35,18-35,-18-18,0 18,17 0,1-18,-18-17,17-18,1 0,-18 18,18-18,-1 0,36-53,0-36,-17 19,-19-1,1 36,-18-18,0 0,0 18,0 0,-35-1,35 19,-36-1,19-17,-1 35,0-18,-17 18,17 0,1-17,-19 17,19 0,-1 0,1 17,17 18,0-17,0 17,0-17,0 17,0 1,17-19,1 1,-18-1,35 1,-17-18,-18 18,35-18,0 17,-35 1,36-18,-19 0,19 18,-19-18,1 0</inkml:trace>
  <inkml:trace contextRef="#ctx0" brushRef="#br0" timeOffset="49034.9715">12929 13335,'0'18,"0"17,18 53,-18-17,18-1,-18 1,17-18,1-36,-18 19,0-19,17 1,-17 0,18-18,-18 17,53-52,18-18,-1 0,18-35,-52 53,-36-18,17 17,-17-17,-17 18,-36 0,17 0,19 17,-18 0,-1 1,19-1,17 36,-18-18,18 17,0 1,0 0,0-1,0 19,18 16,35 19,52 0</inkml:trace>
  <inkml:trace contextRef="#ctx0" brushRef="#br0" timeOffset="49276.5274">14235 13829,'17'-18,"1"18,-1 18,-17 0,0-1,18 18,-18 1,0-19,-18 19,18-1,0 35,0-34</inkml:trace>
  <inkml:trace contextRef="#ctx0" brushRef="#br0" timeOffset="49784.1311">17551 13458,'35'0,"-17"-17,-1 17,54-18,105 1,71-19,18 1,-36 0,18-1,-71 1,-17 18,-106 17,18 0,-36 0,-53 0,1 17,-1 1</inkml:trace>
  <inkml:trace contextRef="#ctx0" brushRef="#br0" timeOffset="50041.432">18397 12876,'36'18,"-1"70,-17 18,-1-18,-17 0,0-17,0 17,0 0,-35-17,17-1,18-34,-17-36,17 17,0 1,-18-18,18 18,-18-18</inkml:trace>
  <inkml:trace contextRef="#ctx0" brushRef="#br0" timeOffset="50284.0492">18962 12982,'0'0,"17"159,-17-18,0 18,-17-36,-1 1,1-54,-19 19,36-19,-17-17,-1-35,0-1,1 19,-1-19,0 1,-17-1</inkml:trace>
  <inkml:trace contextRef="#ctx0" brushRef="#br0" timeOffset="51773.1826">18503 13652,'71'36,"-18"-1,-18-17,-35-1,-18 1,1-18,-1 18,0-18,-35 35,-35-17,53-18,53 0,-1 0,1 0,0 0,-18 17,0 1,0 17,-18-35,-17 53,17-18,-35-17,18 0,17-1,36-17,-1 0,19 0,-19 18,19-1,-1 1,-17-18,-18 18,0 17,0-17,-18 17,-35 18,0 0,18-36,0 1,17 17,18-17,0 0,0-1,18 19,34-19,54 36,71-53,70-18,-18-17,18-53,-53 0,-35 0,-54-1,-34-16,-18 34,-53-17,-35 17,-1 1,19 34,-19 1,19 17,-1 18,18 36,-17 17,17 0,0 35,0-35,0 17,0-34,0 16,0-16,0-19,0 1,0 0,0-54,52-52,72-18,-1-17,71 52,18 1,0-1,-36 54,-52 17,-36 0,-53 17,0 1,-35-1,0 19,-17-19,-54 54,-35-18,36-35,-18-1,52-17,19 0,-1 0,0 0,-17-35,35 0,-35-18,35 17,-18 1,18 17,0 1,18 17,-1 0,-17 17,0 1,0 17,0 1,0-19,0 1,-17 0,-1-1,1-17,-1 18,-17-18,-1-35,1 35</inkml:trace>
  <inkml:trace contextRef="#ctx0" brushRef="#br0" timeOffset="52058.0123">20338 13635,'0'-18,"17"18,1 0,17 35,36 71,-18 0,17 0,-17-53,-18-18,1-17,-19-1,19 1,-19 17,1-35,17 18,0 0,-17-18,17 0,-17 0,-18-18</inkml:trace>
  <inkml:trace contextRef="#ctx0" brushRef="#br0" timeOffset="55918.1078">6985 14287,'0'-17,"71"52,87 0,107 71,-1-35,125-1,16 19,71 16,-35-52,71 18,-53-18,-71 0,17 17,-122-34,-19-1,-17-18,-53-17,18 0,-1 18,72-18,-19 0,1 0,35 0,-18 0,71 0,-18 0,-18 0,-34 0,16 0,19 0,-54 0,1 0,-36 0,36 0,-36 0,71 0,-18 0,18 0,18 0,-18 0,-18 0,18-18,-18-17,18 35,0 0,-18 0,18 0,-71 0,53 0,-17 0,-18 0,17 0,-34-17,-1-1,-17-17,-54-1,-69 19,-19-1,-17-17,-35 17,-1 0,1 18,0-35,17 0,-35 17,17-17,1-18,-18-17,35-19,-35 19,18-18,-18-36,0 71,0-35,0 17,0 19,-35-19,35 36,-18-1,0-16,1 16,-18-17,17 18,-17 0,17-1,-17 1,-18-18,0 36,0-36,0 17,-17-16,-1-1,-53 0,19 17,-54-16,-53-19,1 53,-54-35,0 18,-34 0,16 17,-69 18,-19 0,1 0,52 0,-87 0,52 0,53 0,35 0,1 18,34-18,1 0,17 0,1 0,17 35,35-35,18 18,-18-18,18 0,-18 0,18 0,0 0,-18 0,18 0,-35 0,17 0,-35 0,18 0,-1 0,1 0,-36 0,1 0,16 0,-51 0,69 0,36 0,-18 0,18 0,18 0,-1 0,-17 0,-18 0,54 0,-19 0,1 0,-19 0,-16 0,17 0,-36 0,18 0,-17 0,0 0,-18 0,17 0,1 0,0 0,-1 0,1 0,17 0,18 0,17 0,-17 0,18 0,-1 0,54 0,-36 0,18 0,-36 0,1 0,-1 0,1 0,-18 17,35 1,18 0,0-1,17-17,0 36,1-19,-1 1,-35 35,54-36,-37 19,36-19,1 1,16-18,19 0,-1 35,0-35,1 18,-1 0,0-1,1 1,-1 17,-17-17,35-1,0 1,-18 17,18-17,-17 0,17-1,0 18,0-17,17-18,-17 18,18 17,0-35,-18 18,35 17,-18-35,19 35,-1 18,18 0,0-18,0 1,17 52,71 0,-35 0,53 18,35 0,-35-18,17 0,-35-17,-17-1,34-17,-87-17,0-19,-18 18,-1-17,1 0,-17-1,17-17,-18 18,18-18,17 18,1-18,17 0,-35 0,35 0,-35 0,0 0,-18 0,1 0,-19 0,1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09:23.7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1746 5151,'18'0,"-18"35,18 71,-18-18,0 18,0 17,0-35,0 18,0-53,0 18,0-36,0-17,0-1,17-17</inkml:trace>
  <inkml:trace contextRef="#ctx0" brushRef="#br0" timeOffset="514.422">2099 5450,'18'0,"17"0,0 18,-17 0,17 17,18-17,-35 17,-1 0,19 18,-19-18,1 18,-18 0,0 0,0-35,0 35,0-36,0 19,-18-1,18-18,-17-17,-1 18,18 0,-18-18,1 0,-1 0,0 17,-35-17,1 0,-1 0</inkml:trace>
  <inkml:trace contextRef="#ctx0" brushRef="#br0" timeOffset="1139.8351">1305 5415,'-17'35,"17"18,0 0,0-17,0 16,0 1,17-17,-17-1,18 0,-18 0,18-17,-1 0,1-1,17 1,-17 0,-1-1,1-17,0 18,-18 0,17-18,1 0,-18 17,18-17,-1 0,1 0,-1 18,1-18</inkml:trace>
  <inkml:trace contextRef="#ctx0" brushRef="#br0" timeOffset="5221.4761">3263 5239,'18'17,"-1"72,-17-1,18 18,-18-1,35 19,-17-1,17-17,-17 0,17-18,-17-35,-1-18,19-17,-19-18</inkml:trace>
  <inkml:trace contextRef="#ctx0" brushRef="#br0" timeOffset="6052.8868">3475 5415,'17'-18,"1"18,0 0,-1 0,1 0,17 0,1 0,-1 18,-17 0,34-1,-34 1,17 0,1 17,-36-17,0-1,0 19,0-19,0 1,0 17,-18-35,0 18,1-1,-1 1,-17-18,0 18,17-18,0 0,36 0,0 0,17 0,35 35,-17-35,-17 35,16 0,-16 1,-1-1,0 0,-35-17,18 17,-18 0,0 1,0-1,0 18,-18-35,18 17,-17 0,-1-35,-17 18,35-1,-18 1,0-18,-17 0,18 0,-1 18,-17-18,-1-36</inkml:trace>
  <inkml:trace contextRef="#ctx0" brushRef="#br0" timeOffset="6438.9963">4269 5556,'17'0,"1"-17,0 17,52-18,18 0,0 18,1 0,-19 0,1 0,-1 0,-17 0,0 0,-18 0</inkml:trace>
  <inkml:trace contextRef="#ctx0" brushRef="#br0" timeOffset="6810.8761">4269 5909,'17'0,"1"0,0 0,34 0,1 0,0 0,18 0,-1 0,1 0,-18 0,-18 0,0 0,-17 18,0-18,-1 0,-17 17,18-17,0 18,17-18,18 0</inkml:trace>
  <inkml:trace contextRef="#ctx0" brushRef="#br0" timeOffset="7543.6965">5909 5098,'-35'-18,"17"18,0 0,1 0,-18-18,17 18,-17 0,-1 0,1 0,17 0,1 0,17 18,0 0,0-1,0 19,0-1,17 0,19-17,-1 17,-17 18,-1-18,19-17,-19 17,18-17,-17 17,-18 0,18-17,-18 0,0-1,0 1,0 0,0 17,-36 0,1 0,0-17,17 0,-17 17,0-35,35 18,-36-1,19-17,-1 0</inkml:trace>
  <inkml:trace contextRef="#ctx0" brushRef="#br0" timeOffset="8113.2792">5662 5786,'18'17,"-1"36,1-35,-18 35,0 0,18-18,-18 35,0-17,0 0,0 0,0 18,0-18,0-36,0 36,0-18,0-17,0 0,-18-18,18-18,-18 18,1 0</inkml:trace>
  <inkml:trace contextRef="#ctx0" brushRef="#br0" timeOffset="8958.9387">6085 5609,'36'0,"-19"0,54 18,52-1,1 1,35 0,17 17,0-35,-35 18,-17-18,-36 0,-53 0,-17 0</inkml:trace>
  <inkml:trace contextRef="#ctx0" brushRef="#br0" timeOffset="9515.0337">6738 5415,'0'18,"18"141,-1-89,-17 54,0-36,0 0,0 18,0-18,0-35,0 35,0-35,0 0,0-18,0-17,-17-18,-1 0,0 0,-17 0,-35-18,-36-52,35 17,-17-35</inkml:trace>
  <inkml:trace contextRef="#ctx0" brushRef="#br0" timeOffset="9789.2246">6209 6032,'18'-17,"-1"17,1 0,17-18,0 18,-17 0,17 0,1 0,-19 0,54 0,-18 0,0 0,17 0,-17 0,0 0,-35 0,17 0,-17 0,-1 0,1 0,-1 0</inkml:trace>
  <inkml:trace contextRef="#ctx0" brushRef="#br0" timeOffset="10084.5307">6985 5786,'53'70,"35"36,-53-36,1-17,-19 18,19-18,-19 0,1-36,-18 19,0-19,-18-17,18 18,0 0,-17-18,-1-18</inkml:trace>
  <inkml:trace contextRef="#ctx0" brushRef="#br0" timeOffset="10522.9513">7232 5821,'18'0,"-18"-18,17 18,1 0,-1-17,72 17,17-18,35 0,17 18,-17 0,-17 0,-1 18,1 0,-54-1,-34-17,-1 35,-17-35,-18 18,17-18,-17 18,0-1,-17 19,-1-19,0 1,-17 17,-18 0,0 1,-17-1,-1 0,1 1,17-19,0 1,17 0,1-18,0 0,17 0</inkml:trace>
  <inkml:trace contextRef="#ctx0" brushRef="#br0" timeOffset="10906.1517">7549 5944,'0'0,"18"0,0 0,-1 0,1 0,0 0,-1 0,1 0,35 0,17 18,1 0,-36-18,18 0,-18 0,-17 0</inkml:trace>
  <inkml:trace contextRef="#ctx0" brushRef="#br0" timeOffset="11360.9789">7761 5539,'-18'17,"18"19,18 34,-18-17,18 53,-18-71,0 18,17 18,1-19,-18-34,0 35,0-35,0 17,0-17,0 17,0-17,-18-18,1 17</inkml:trace>
  <inkml:trace contextRef="#ctx0" brushRef="#br0" timeOffset="11803.1514">7549 6227,'0'0,"36"-18,-19 18,1 0,35 0,17 0,19 0,-1 0,18 0,-53 0,0 0,-18 0</inkml:trace>
  <inkml:trace contextRef="#ctx0" brushRef="#br0" timeOffset="13908.2638">8908 4974,'17'0,"1"0,0 0,-1 0,1 0,17 0,18 0,-35 18,17-18,0 17,-35 1,35 0,-17-1,17 19,-17-19,0-17,-1 53,1-35</inkml:trace>
  <inkml:trace contextRef="#ctx0" brushRef="#br0" timeOffset="14203.5657">9119 5168,'18'53,"35"-35,-36 35,19-36,-36 19,17-1,1-18,0-17,-18 18,0 0,0-1,17 1,-17 0,0 17,0 0</inkml:trace>
  <inkml:trace contextRef="#ctx0" brushRef="#br0" timeOffset="14566.0276">9155 5574,'17'0,"18"53,36 53,-36-36,18 18,-35-52,17 17,-35-1,35 1,-17-35,-18 0,18-18,-1 0,1 0,0-18,-1 18,-17-18,0-17,71-71,35-17</inkml:trace>
  <inkml:trace contextRef="#ctx0" brushRef="#br0" timeOffset="14836.6554">10777 4604,'-35'17,"-53"1,-53 17,17-17,18 17,36-17,-1-18,36 0,17 0,1 0</inkml:trace>
  <inkml:trace contextRef="#ctx0" brushRef="#br0" timeOffset="15105.1624">10072 4727,'0'18,"35"35,-17 17,-18 1,17-1,-17-17,18 0,-18 18,0-18,0-36,0 19,18-19,-18 1,0 0,-18-18,0 0,18 17,0-34</inkml:trace>
  <inkml:trace contextRef="#ctx0" brushRef="#br0" timeOffset="15503.9164">10248 4886,'0'-18,"18"18,17-17,36-1,17 18,0 0,0 0,0 0,-17 0,0 0,-19 0,-16 0,-19 0,1 0,-18 18,18-1,17 54,0 17,-35-53,18 18,-18 0,0-18,17 1,-17-19,0 1,0 0,0-1,0 1,-17 0,-1-1,-35 18,0-17</inkml:trace>
  <inkml:trace contextRef="#ctx0" brushRef="#br0" timeOffset="15741.1455">10460 5009,'17'0,"1"36,0-19,-18 1,0 17,17-35,-17 18,0 0,18-18,-18 35,0-18,71 1</inkml:trace>
  <inkml:trace contextRef="#ctx0" brushRef="#br0" timeOffset="16165.402">11024 4868,'-17'18,"-1"-18,-17 35,-1-17,-16 17,-19 18,-35 0,-17 0,-1-18,36-17,35-1,18-17,52 0,-17-17,18 17,0 0,-1-18,1 18,0 0,17 0,0 0,18 18,-35-18,-1 17,1-17,0 18,-1-18,1 0,0 0,-18 18</inkml:trace>
  <inkml:trace contextRef="#ctx0" brushRef="#br0" timeOffset="16449.0073">10566 5027,'35'71,"-17"-1,-1 36,1-35,-18 17,0-18,0-34,0 17,0-36,0 1,0-1,-18 1,1-18,-1 18</inkml:trace>
  <inkml:trace contextRef="#ctx0" brushRef="#br0" timeOffset="16987.1781">10495 5397,'0'-17,"18"-1,-1 18,1 0,0 0,17 18,18 17,0 0,0-17,-18 17,0-35,1 18,-19-18,-17 18,-17-18,-72 53,-34 17,-1-35,36-35,35 18,0-18,36 0,34 0,1 0,0 0,-1 0,1 0,17 0,53 53,-17-18,0-17,17-18,-35 35,0-35,-36 0,1 0,-1 0,-34 18</inkml:trace>
  <inkml:trace contextRef="#ctx0" brushRef="#br0" timeOffset="17246.4787">10742 5627,'0'53,"-18"35,18-35,-35 0,18-18,-19 18,1 0,0-18,17 0,0-17,-17-18,35 18,-18-1,1-17</inkml:trace>
  <inkml:trace contextRef="#ctx0" brushRef="#br0" timeOffset="17487.7013">10601 5874,'0'0,"35"0,36 17,-1 1,-17 17,0-17,0 17,0-17,-18-1,-17 1,17-18,-17 0,-18 18,17-18,1 17,0-52,17 17</inkml:trace>
  <inkml:trace contextRef="#ctx0" brushRef="#br0" timeOffset="18151.546">11624 4657,'18'0,"-18"-18,17 18,1 0,0 0,-1 0,18 0,-17 18,-18-1,18-17,-1 0,-17 18,18 0,-18-1,0 18,0 1,0-1,0 18,-35 18,35-19,-36 1,19-53,-1 36,-17-1,35-17,0-1,18-17,-1 18,-17-1,35 1,-17-18,0 18,-1-1,1-17,-18 18,35-18,1 0,-19-18,-17 1</inkml:trace>
  <inkml:trace contextRef="#ctx0" brushRef="#br0" timeOffset="18454.2897">11818 5345,'0'0,"0"35,0 0,0 36,0-18,0 0,0-1,0 19,18 0,-18-36,0 35,0-17,0-35,0 35,0-18,-18-17,0 17,18-17,-17-1,-1-17,0 0,1 18</inkml:trace>
  <inkml:trace contextRef="#ctx0" brushRef="#br0" timeOffset="19134.4557">14605 4851,'0'0,"-18"17,-17 54,0 35,-18 52,18-16,-18 16,17 1,-17-35,36-1,17-52,0-36,0 0,0 0,-18-35,18 18,0 0,-17-36,-1-88</inkml:trace>
  <inkml:trace contextRef="#ctx0" brushRef="#br0" timeOffset="19483.2697">14605 4586,'0'0,"53"18,0 70,0-18,-18 1,0 0,18 34,-35-16,17 16,-35-16,18-1,-18-18,0 1,0 0,0-54,0 18,0-17,0 0,0-1,-18-17,0 0,1 0,-18 18,-36-18</inkml:trace>
  <inkml:trace contextRef="#ctx0" brushRef="#br0" timeOffset="19730.8527">14552 5539,'0'0,"0"-18,18 18,-1 0,1 0,35 0,0 0,-18 0,18 0,-18 0,1 0,-1 0,0 0,0 0</inkml:trace>
  <inkml:trace contextRef="#ctx0" brushRef="#br0" timeOffset="20020.4489">15205 5274,'17'0,"1"0,0 53,-1 70,-17-70,18 18,-18-18,0 17,0-34,0 17,0-1,-18-52,18 36,0-19,-17-17,17 18,0 0,0-1,17 36</inkml:trace>
  <inkml:trace contextRef="#ctx0" brushRef="#br0" timeOffset="20490.8824">15681 5045,'18'0,"-1"0,-17-18,18 18,0 0,-1 0,1 0,35 0,0 18,-36-1,54-17,-18 0,17 0,-34 0,-1 18,-18-18,-17 18,0-1</inkml:trace>
  <inkml:trace contextRef="#ctx0" brushRef="#br0" timeOffset="20808.0862">15628 5468,'0'0,"35"0,18 0,0 18,18-1,-1 19,1-19,-54-17,19 18,-1-18,-17 18,-18-1,0 1,17-18,36 0</inkml:trace>
  <inkml:trace contextRef="#ctx0" brushRef="#br0" timeOffset="21686.6502">17057 4674,'0'0,"-71"0,54 0,-19 0,19 18,17 0,0-1,0 1,0 17,17 18,1-35,0 35,-1-18,1 0,-18-17,35-1,-17 19,-18-19,17-17,-17 18,0 0,0-1,0 1,0 0,0-1,-17 18,-18-17,17 17,-17 1,-1-19,1 1,17-18,18 18,0 17,0 18,18-36,-18 54,18-18,-1 35,1-17,-18 17,18 0,-1 18,-17-18,0-35,0-18,18 1,-18-19,18-17,-18 18,0-1,-18-17,0 0,18-35,18-88</inkml:trace>
  <inkml:trace contextRef="#ctx0" brushRef="#br0" timeOffset="22169.8742">17304 4745,'17'0,"19"53,-1 0,0 0,-17-18,-1-17,1 17,0 18,-18-36,0 1,0 0,0-1,-18-17,18 18,-18-18,18 18</inkml:trace>
  <inkml:trace contextRef="#ctx0" brushRef="#br0" timeOffset="22518.1273">17427 4798,'18'-18,"17"18,36-18,17 18,0 0,36 0,-1 0,-52 36,-36-19,-18-17,-17 18,18 0,-18 35,0-36,0 19,0-19,-18 18,18 1,-17-1,-1-17,-17-1,0 19,-1-19,1 18,0-35,17 18,1-18,-1 0,18-53,0-70</inkml:trace>
  <inkml:trace contextRef="#ctx0" brushRef="#br0" timeOffset="22771.6937">17886 4851,'0'-18,"17"36,1 35,-18 35,0 18,0 17,-18 1,-17 87,0-87,17 34,-17-52,17-18,-35-17,36 0,-1-18,1-36,-1-17,0 18,18-1,-17-17,-1-52</inkml:trace>
  <inkml:trace contextRef="#ctx0" brushRef="#br0" timeOffset="23195.286">17410 5821,'0'-18,"0"1,52-1,19-17,88-18,-18 17,71 36,-54 0,19 0,-124 0,-18 0,-17 0,-1 0,-17 18,0 0,0 35,0-18,0 0,-17 0,-1 18,-17-17,-1-1,1-17,0 17,17-18,1-17,17 18,-18-18,0 0,1 0,17-53</inkml:trace>
  <inkml:trace contextRef="#ctx0" brushRef="#br0" timeOffset="23859.5032">18680 4498,'0'0,"17"0,-17-18,18 18,-1 0,1 18,35 17,0 18,-35 0,35 0,-36 0,1-36,-18 19,0 17,0-36,-18 36,-17 0,0 0,-18 0,17-18,1 1,0-1,0-18,35 1,17-18,1 0,-1 0,1 0,0 0,-1 0,19 0,-19 18,1-18,17 17,-17-17</inkml:trace>
  <inkml:trace contextRef="#ctx0" brushRef="#br0" timeOffset="24210.9018">18644 5239,'36'35,"-1"-17,0 35,-17-1,-1-34,19 17,-19 18,19-17,-36 34,17-35,1 18,0 0,-18 0,0-18,0 18,0-35,0 17,0 1,0-19,0 1,-18-18,0 17,1 1</inkml:trace>
  <inkml:trace contextRef="#ctx0" brushRef="#br0" timeOffset="24923.1198">20690 4798,'0'70,"-17"54,-36 87,18-34,-18-18,17-36,-34 18,35-53,17 18,0-35,1-36,-1 0,18 1,0-19,0 1,0 0,18-54</inkml:trace>
  <inkml:trace contextRef="#ctx0" brushRef="#br0" timeOffset="25227.8992">20902 5045,'0'0,"18"88,35 71,-36 17,19-35,-36-17,0-1,0-35,0-17,0-1,0-17,0-17,0-1,0-17,0-1,-18-17,0 18,18-1</inkml:trace>
  <inkml:trace contextRef="#ctx0" brushRef="#br0" timeOffset="25478.233">20726 5786,'0'0,"17"0,1-18,17 18,-17 0,0 0,34 0,1 0,36 0,-1 0,-35 0,0 0,-36 0</inkml:trace>
  <inkml:trace contextRef="#ctx0" brushRef="#br0" timeOffset="25977.3529">21149 5680,'35'0,"18"0,0 17,-18 19,1-1,-1 0,0-17,-35-1,0 1,18 0,-18-1,0 19,0-19,-18 19,18-19,-17 1,-1-18,18 17,0 1,-18-18,1 0,34 0,1 0,0 0,-1 0,36 18,18 17,-1-17,-17-18,-35 0,-18 17</inkml:trace>
  <inkml:trace contextRef="#ctx0" brushRef="#br0" timeOffset="26284.2697">21960 5203,'18'-17,"0"17,-1 0,1 0,0 0,-1 0,1 0,17 0,-17 17,-1-17,1 18,-18 0,18-1,-18 19</inkml:trace>
  <inkml:trace contextRef="#ctx0" brushRef="#br0" timeOffset="26532.5799">21749 5521,'0'0,"17"0,19-18,-1 18,0 0,36 36,-18-36,-36 17,36 1,-17 0,-1-18,-18 17,1-17,0 0,-18 18,0-1,17-17,36 18,0-18</inkml:trace>
  <inkml:trace contextRef="#ctx0" brushRef="#br0" timeOffset="27307.6759">22684 4374,'0'36,"-18"-1,18 0,0 18,0 0,0-35,18-1,-18 19,17-36,-17 35,18-17,0-18,-1 70,1-35,-1-17,19 35,-19-18,1-17,-18 0,0-1,0 1,18-1,-18 19,-18-1,0 18,1 0,-36 0,0 0,0-18,35-35,1 18,52-1,0 54,1-1,-1 36,0-35,-35 17,18-18,-18 1,0-36,0 18,0-35,0-1,0 1,0 0,-18-18,0 0,18-36,18-69,35-36,-18 17,18 1,0-36,0 35</inkml:trace>
  <inkml:trace contextRef="#ctx0" brushRef="#br0" timeOffset="27932.0195">23372 4798,'0'-18,"0"36,0 35,0 17,0 1,-53-1,53-17,-36 0,19-35,-1 35,18-36,0 1,0 0,0-1,18 1,-1-18,1 35,17 0,18 1,-35-36,-1 17,19 1,-19-18,-17 18,-17-18,52-53,0 0,1-18,-19 1</inkml:trace>
  <inkml:trace contextRef="#ctx0" brushRef="#br0" timeOffset="28487.0886">23583 4904,'0'0,"0"35,0 0,0-17,0 17,-17 0,-1-17,0 35,-17 17,17-34,-17-1,35 0,-35 1,0-19,-1 36,19-35,-1-1,-17-17,35 18,-18 0,0-18,1-18,-19-17,36-1,-35 1,0-18,0 18,-1 0,1-1,35 19,0-1,0 1,18 17,-1 0,1-18,17 18,-35-18,36 18,-19 0,1 0,35 0,0 0,-18 0,18 0,-35 0,-1 0,1 0,17 0,0-53</inkml:trace>
  <inkml:trace contextRef="#ctx0" brushRef="#br0" timeOffset="28783.5138">23548 4427,'0'0,"53"0,0 36,17 17,36 35,-35-35,17 35,-18-18,19-17,-72 0,19 0,-1-18,-18-17,1 0,-18 17,0 0,0 1,0 16,0 19,-35 0,-36-1,18 36,-35 0,-18 0</inkml:trace>
  <inkml:trace contextRef="#ctx0" brushRef="#br0" timeOffset="29815.871">2258 7832,'17'35,"19"53,-19-17,19 17,-36-18,17 19,1-19,-18 18,0-17,0-1,0-17,0 0,0 0,0-17,0-1,0-18,0 19,0-1,-18-35</inkml:trace>
  <inkml:trace contextRef="#ctx0" brushRef="#br0" timeOffset="30371.1717">2346 7832,'18'0,"-1"0,1 0,17 0,18 17,35 36,-35-35,0 17,-35-17,-1 17,1 0,0 1,-1-1,-17 18,0 0,-17-18,17 0,-18 1,0-19,1 1,17-1,-36-17,36 18,-17-18,-1 0,1 0,17 18</inkml:trace>
  <inkml:trace contextRef="#ctx0" brushRef="#br0" timeOffset="30763.845">3475 7920,'-18'0,"1"0,-1 17,-35 36,35 0,18 36,0-37,0 37,0-19,0 1,18-18,0-36,17 19,-35-19,18-17,-1 18,1-18,-1 0,1 0,70-53</inkml:trace>
  <inkml:trace contextRef="#ctx0" brushRef="#br0" timeOffset="31095.0648">3828 7937,'0'53,"0"53,17-18,-17 1,0-1,0 0,0 18,0-71,0 18,0 0,0-35,0-1,0 1,-17-18,-19 18,19-1,-1-87</inkml:trace>
  <inkml:trace contextRef="#ctx0" brushRef="#br0" timeOffset="31858.1184">3863 7902,'18'0,"-1"0,1 0,-1 0,19 0,17 18,0 17,-18-35,18 35,-18 1,0-19,-35 1,18-18,-18 18,0-1,0 1,0 17,-18-17,1 17,-36 0,0 1,0-1,0 0,18-17,-1-18,-16 0,52 17,17-17,18-35,36 18,17-1,-17 18,-1 0,-17 0,-17 18,16-1,-16 1,-19-18,-17 35,18-35,-18 18,18-18,-18 17,0 19,-18 17,-17-18,-1-18,1 19,-18-1,18-17,17-1,1-17,-19 18,19-18,-1 18,0-18,1 0,17-53</inkml:trace>
  <inkml:trace contextRef="#ctx0" brushRef="#br0" timeOffset="32239.4425">4639 7708,'53'53,"0"0,-18-18,18 53,0-17,-18 0,1-18,-19 17,1 18,-1-17,-17-18,0 0,-17 0,17-18,-18-18,1 1,17 0,0-1,-18-17,0 0,1 0,-1 18,0-36</inkml:trace>
  <inkml:trace contextRef="#ctx0" brushRef="#br0" timeOffset="32581.7963">5380 8167,'0'0,"17"0,1 0,0 0,-1-18,19 18,-19 0,19 0,-19 0,19 0,-36 18,17-18,-17 17,18-17</inkml:trace>
  <inkml:trace contextRef="#ctx0" brushRef="#br0" timeOffset="32933.3941">5256 8467,'18'0,"0"0,17 0,18 0,17 0,-34 0,17 0,0 17,17-17,-35 18,1-18,-19 0,36 0,35-53</inkml:trace>
  <inkml:trace contextRef="#ctx0" brushRef="#br0" timeOffset="33319.5975">6650 7708,'0'35,"0"54,0 34,0 36,0 70,0-88,0 18,-18-35,18-36,0-18,0-34,0-19,0 1,-17-18,17 17,-18-17,0 0,1-70,-19-89</inkml:trace>
  <inkml:trace contextRef="#ctx0" brushRef="#br0" timeOffset="33739.7544">6615 7638,'52'0,"19"0,35 0,-18 0,0 0,18 35,-53-35,-35 0,-1 18,19-1,-36 18,0-17,35 17,-35 1,17-1,-17 0,0 18,0-18,-35 18,-18 18,-17-1,-36 1,-35 17,17-17,54-54,34 1,19 0,-1-18,1 0,-1 0</inkml:trace>
  <inkml:trace contextRef="#ctx0" brushRef="#br0" timeOffset="34100.5922">7849 7937,'-17'0,"-1"0,18 18,-18 17,1 18,-1 36,0-1,1-18,17 1,0-18,0-36,0 19,0-1,0-17,0-1,17-17,36 18,71-36,88-52,-1-1</inkml:trace>
  <inkml:trace contextRef="#ctx0" brushRef="#br0" timeOffset="34419.2956">8767 7373,'0'18,"-18"-1,18 36,-18 0,-17 18,17 17,-35 18,0 0,1 17,16-52,1-18,0-1,35-34,-18 0,0-1,18 1</inkml:trace>
  <inkml:trace contextRef="#ctx0" brushRef="#br0" timeOffset="34767.0849">8467 7444,'17'0,"36"53,0 17,-18 1,1-1,-1 36,-17-35,17-1,-17 1,-18-1,17-34,-17-1,0-18,0 19,0-19,0 1,-17-18,-1 18,18-1,-18-17,1 0</inkml:trace>
  <inkml:trace contextRef="#ctx0" brushRef="#br0" timeOffset="35029.3015">8378 8043,'18'0,"0"0,17 0,0 0,1 0,16 18,1-18,0 0,-35 0,17 0,-35 18</inkml:trace>
  <inkml:trace contextRef="#ctx0" brushRef="#br0" timeOffset="35327.9304">9119 7814,'18'35,"-18"18,18 18,-1 35,-17-53,0 35,0-18,0 1,0-1,0-34,0-1,0-17,-17-18,17 17,-18-17,18 18,35-71,71 0</inkml:trace>
  <inkml:trace contextRef="#ctx0" brushRef="#br0" timeOffset="35685.3733">9384 7514,'0'0,"18"35,52 54,-17 16,18 19,-36-18,-18 17,1 1,-18-1,0 1,-18-54,-17 18,18-35,-1 0,0-35,1-18,-1 18</inkml:trace>
  <inkml:trace contextRef="#ctx0" brushRef="#br0" timeOffset="36922.3361">10301 7779,'0'88,"18"35,-1 19,1 52,0-71,-18-35,17-17,1-18,0-18,-1 0,-17-17,18-18,-18 18,0-1,-18-17</inkml:trace>
  <inkml:trace contextRef="#ctx0" brushRef="#br0" timeOffset="37373.2943">10513 8026,'17'0,"1"0,17 17,-17 1,0-18,-1 18,-17-1,0 1,0 17,0-17,0 17,0-17,0-1,-17-17,-19 18,36 0,-17-1,-1-17,18 18,-18 0</inkml:trace>
  <inkml:trace contextRef="#ctx0" brushRef="#br0" timeOffset="37743.2991">11130 7691,'0'52,"0"37,0 34,0 1,18 52,-18-17,0-53,0 17,35-17,-35-71,18 0,17 1,-17-1,-18-17,0-1,35-17,-17 0,34-17,-16-19,17 1,0-18</inkml:trace>
  <inkml:trace contextRef="#ctx0" brushRef="#br0" timeOffset="38048.9674">11765 8026,'18'88,"17"35,-17 36,-18-18,0-17,0-1,0-17,0-35,0-19,0 1,0-35,-18 0,0-18,18 17,-17-17,-1 18,18-89,18-105,35-18</inkml:trace>
  <inkml:trace contextRef="#ctx0" brushRef="#br0" timeOffset="38712.6235">11712 7567,'0'0,"18"0,17 0,18 0,0 35,-18-17,1 0,-19-18,1 17,17 1,-17-18,-1 18,1-18,0 35,17-18,-35 1,0 0,0 35,0-36,0 36,0 0,-35 18,-18-36,17 18,-16 0,-1-36,17 1,19 0,-1-18,36 0,17 0,0 0,53 17,-17 1,0 17,17 1,-35 16,-18-16,-17-19,-1 1,1 17,-18 1,0-19,0 1,0 17,0-17,-18-1,1 19,-19-1,1-17,17-1,-35 1,36 0,-1-1,1-17,-1 0,0-106,18-105,71 52,-54 35,36-34</inkml:trace>
  <inkml:trace contextRef="#ctx0" brushRef="#br0" timeOffset="39095.9498">12471 7267,'17'18,"1"52,0 54,35 35,-36 70,1-17,-18-36,0 0,0-52,0-36,0-35,0-18,0-17,0 0,0-1,0 1,-18-18,71 0,106-88,0-54,-1 1,-17 0</inkml:trace>
  <inkml:trace contextRef="#ctx0" brushRef="#br0" timeOffset="39394.5097">13547 7638,'0'17,"0"71,0 36,-36-1,-34 36,-36 53,18-53,17-18,36-53,0-35,17 0,18-18,-18-35,18 18,-17-1,-1-17,18-35,88-106,-17 17,-18 1,17-18</inkml:trace>
  <inkml:trace contextRef="#ctx0" brushRef="#br0" timeOffset="39664.2257">13441 7638,'35'17,"18"36,0 0,0 53,-36-53,54 88,-36-18,1 1,-1-1,-17-17,-18-53,17 18,-17-18,18-18,-18-17,0-1,0 18,-18-35,18 36,-17-19,-1 36,-35 18,-35-36</inkml:trace>
  <inkml:trace contextRef="#ctx0" brushRef="#br0" timeOffset="39916.4038">13370 8643,'36'0,"-19"0,1-18,17 18,0 0,1 0,-1 18,18-18,-18 0,18 18,0-18,-18 0</inkml:trace>
  <inkml:trace contextRef="#ctx0" brushRef="#br0" timeOffset="40228.0215">14005 8326,'0'0,"36"70,-19 36,1-18,-1-17,-17-18,18-18,-18 18,0-18,0-17,0-1,0 1,-18-18,1 0,17 18,0-1</inkml:trace>
  <inkml:trace contextRef="#ctx0" brushRef="#br0" timeOffset="40641.4983">14358 7497,'0'0,"53"35,0 35,-18-17,0 0,18 18,-35-36,17 36,-35-1,18-17,-18 18,18 17,-18 0,0 0,0 18,-18-53,0 53,1-71,17-17,-18-18,0 35,1-35,17 18,-18-18,0 0,1 0,-18 0</inkml:trace>
  <inkml:trace contextRef="#ctx0" brushRef="#br0" timeOffset="41166.9714">14975 8149,'18'-17,"0"17,-1 0,1 0,35 0,35 35,36-18,-1 36,-35-53,-17 18,-1-18,-52 18,17-18,-35 17</inkml:trace>
  <inkml:trace contextRef="#ctx0" brushRef="#br0" timeOffset="41486.933">15593 7920,'35'123,"0"36,-17-35,-18-19,0 19,0-36,0-17,-18-1,1-17,-1 0,0-35,18-1,-17 1,-1 0,18-1,-18-17,36 0</inkml:trace>
  <inkml:trace contextRef="#ctx0" brushRef="#br0" timeOffset="41822.4497">16704 7761,'35'159,"1"53,-36 52,0-88,-36 1,19-18,17-71,-18 0,0-17,1-19,17-16,0-19,-18 1,18 0,-18-18,1 0,-1 17,1-34</inkml:trace>
  <inkml:trace contextRef="#ctx0" brushRef="#br0" timeOffset="42260.6471">16757 8043,'0'0,"70"53,-52-17,35 16,-35-34,17 17,-35-17,18 0,-18-1,0 1,0 0,0 17,0-18,0 1,0 17,-18-35,0 36,1-19,-1-17,-17 36,17-19,0 1,-17-18,18 0,17 17</inkml:trace>
  <inkml:trace contextRef="#ctx0" brushRef="#br0" timeOffset="42603.8761">17639 7937,'0'0,"-18"0,-35 18,18 0,-18 35,35 0,-17-18,18 71,-1-53,18 70,0-52,0-1,0-52,0 17,18 0,-1-17,-17 17,18 1,-18-19,17 1,1 0,35-18,35-36</inkml:trace>
  <inkml:trace contextRef="#ctx0" brushRef="#br0" timeOffset="42917.5966">18009 7673,'0'0,"0"88,-35 71,0-18,-18 53,-18-71,36 1,0 17,-1-70,19-1,-1-52,1 17,17-17,0-1,-18-17,18 18,18-53</inkml:trace>
  <inkml:trace contextRef="#ctx0" brushRef="#br0" timeOffset="43199.2565">17886 7955,'17'0,"19"35,17 71,-36-18,36 18,0 0,-35 18,17-36,-17 18,-1-36,-17-35,18 18,-18 0,0-35,0 17,0 18,0-35,0 17,0 0</inkml:trace>
  <inkml:trace contextRef="#ctx0" brushRef="#br0" timeOffset="43495.44">17868 8661,'0'0,"35"0,-17 0,17 0,1 0,-19 0,1 17,17 1,-17 0,-1-1,1 1,0 0,-1-1,1 1,17-1,-17-17</inkml:trace>
  <inkml:trace contextRef="#ctx0" brushRef="#br0" timeOffset="44019.3754">18327 8502,'0'0,"17"35,19-17,17-1,-18 1,-35 0,35 17,-17-17,-18-1,0 1,0 35,-35 17,-18 1,0-36,17 18,-16-53,16 18,36-1,18-17,0 0,-1 0,1 0,17 0,0 18,-17-18,17 0,-17 0,-18 18,35-36</inkml:trace>
  <inkml:trace contextRef="#ctx0" brushRef="#br0" timeOffset="44353.441">18768 7796,'106'89,"-53"-37,-18 1,-18-35,19 35,-19 18,19-1,-36 1,0-1,0 18,0 18,-18 0,0-35,-17-1,17-17,-17-35,0 17,35 0,-35-17,-1 0,19-18</inkml:trace>
  <inkml:trace contextRef="#ctx0" brushRef="#br0" timeOffset="44802.2851">19367 8026,'18'-18,"17"36,18 123,18 106,-36-36,-17-69,-18 34,0-53,-18 1,-17-18,35-36,-18-52,18 17,-17-17,-1-18,18 17,0 1,-18 0,1-18,-1 0,18-88,53-36</inkml:trace>
  <inkml:trace contextRef="#ctx0" brushRef="#br0" timeOffset="45157.1682">19614 8132,'18'0,"35"17,-18 36,-17-18,0-35,-1 18,-17 0,0-1,0 1,0 35,0 0,0 0,-17 35,-1-35,-17 0,-1-18,1-17,17 17,1-17,-18-1,35 1,-18 17,0-35</inkml:trace>
  <inkml:trace contextRef="#ctx0" brushRef="#br0" timeOffset="45457.9751">20055 7973,'0'53,"0"17,0 1,0 52,-17 1,-1-18,18-1,0-34,0-18,18-18,-18-17,0-1,0 1,17-18,-17 18,18 17,0-35,52 0</inkml:trace>
  <inkml:trace contextRef="#ctx0" brushRef="#br0" timeOffset="45738.5122">20637 7832,'0'0,"36"123,-36 18,17 18,1-36,-18-34,0-1,0-18,0 1,0-53,0 17,-18-17,18-1,0 1,-35-1,53-52</inkml:trace>
  <inkml:trace contextRef="#ctx0" brushRef="#br0" timeOffset="46330.8082">20708 7920,'0'-18,"18"18,-1 0,1 0,0 0,-1 18,1-18,17 35,-17-35,-1 18,-17-1,0 1,0 17,0-17,0 17,-35 18,18-35,-19 17,19-17,-1-1,-17 1,17-18,53 0,1 18,17-1,-18 19,0-19,-35 1,18-1,-1-17,-17 18,0 0,0-1,0 1,-17 0,17 17,-36 18,1-36,0 1,17 0,1-1,-1-17,18 18,-18-18,1 0</inkml:trace>
  <inkml:trace contextRef="#ctx0" brushRef="#br0" timeOffset="46652.8792">21220 7620,'0'35,"0"53,0 18,-18 18,0-1,18-17,-17 0,-1-18,0-17,18-1,-17-52,-1 17,18 0,-18 1,18-19,-17-17,17 18,0 17,53-35,53 0</inkml:trace>
  <inkml:trace contextRef="#ctx0" brushRef="#br0" timeOffset="46951.1644">22013 7708,'0'0,"0"35,-17 36,-19 52,-34 36,-1-18,-17-35,35-18,18 1,-18-37,35-16,1-19,-1 1,18 0,-18-1,18-34,71-107</inkml:trace>
  <inkml:trace contextRef="#ctx0" brushRef="#br0" timeOffset="47246.0619">22401 7673,'0'0,"18"123,17 71,-35-88,36 18,-36-54,0 18,0-17,0 0,-18-54,18 36,0-18,0-17,-18 0,1-18,-1 0</inkml:trace>
  <inkml:trace contextRef="#ctx0" brushRef="#br0" timeOffset="47504.345">22154 8326,'36'-18,"-19"18,1-18,17 18,-17 0,0 0,-1 0,1 0,-1 36,1-36,-18 35,35 18,1 0,17-36</inkml:trace>
  <inkml:trace contextRef="#ctx0" brushRef="#br0" timeOffset="48027.1907">22666 8308,'18'0,"17"0,-17 18,17 17,-18-18,1 1,-18 0,0-1,0 19,-18-36,1 53,-36-1,0-16,0-1,18 0,-1-35,54 0,0 0,-1 0,1 0,17 0,71-17,-53-1,53 0,-36 1,1 17,-53-18,-1 18</inkml:trace>
  <inkml:trace contextRef="#ctx0" brushRef="#br0" timeOffset="48428.3891">23283 7726,'53'53,"18"35,-18-35,-18-18,0 0,-17 18,0 0,-18-35,17 35,-17 0,0-18,-17 36,17-19,-36 1,19 0,-36-17,0 52,-53-35,0 35,-53 0,1-17,-54 34,0-34,-70-36</inkml:trace>
  <inkml:trace contextRef="#ctx0" brushRef="#br0" timeOffset="49878.4972">2487 10672,'0'17,"0"18,18 71,-18-53,17 53,-17 0,0-36,0 19,0-19,0-17,-17-18,17 18,-18 0,18-35,-18 35,18-18,-17-17,17-1,0 1,0 0,0-1,0 1</inkml:trace>
  <inkml:trace contextRef="#ctx0" brushRef="#br0" timeOffset="50351.433">2399 10601,'0'-18,"35"18,-17 0,-1 0,1 0,0 0,-1 0,19 18,17 0,-18 17,-18-35,-17 18,0 17,0-18,18 36,-18-35,0 0,0 17,-18-17,1-18,17 35,-18-35,1 17,-1-17,0 18,1 0,17-1</inkml:trace>
  <inkml:trace contextRef="#ctx0" brushRef="#br0" timeOffset="50698.0037">3757 10283,'-18'18,"-17"0,18-1,-19 36,1 18,17 35,-35 17,36 1,-1 17,0-18,18-17,0-18,0-52,0-1,18 0,-18-17,18-1,-18 1,17 0,19-18</inkml:trace>
  <inkml:trace contextRef="#ctx0" brushRef="#br0" timeOffset="51303.7891">4127 10372,'0'53,"0"52,18-16,-18-19,0 18,-18-17,1-1,17-17,0-35,0 0,0-1,-18 1,1 0,17-1,-18 1,18-1</inkml:trace>
  <inkml:trace contextRef="#ctx0" brushRef="#br0" timeOffset="51640.1842">4180 10407,'53'53,"53"53,-18 0,-35-18,18 0,-18 0,-18 0,0-17,-17-1,0-17,-1 0,-17-35,0 17,0 0,0-17,-17 0,17 17,-18-35,0 18</inkml:trace>
  <inkml:trace contextRef="#ctx0" brushRef="#br0" timeOffset="51914.3402">4198 11130,'0'-18,"18"1,-1-1,1 18,0 0,-1 0,1 0,0 0,-1 0,18 0,1 0,52 18,-18-1,1-17,35 36,-71-36,36 17</inkml:trace>
  <inkml:trace contextRef="#ctx0" brushRef="#br0" timeOffset="52204.5188">5080 10901,'18'35,"-18"18,17 18,1-19,-18-16,0 34,0 1,0-36,0 0,0 1,0-19,0 1,0 0,0-1,-18-17,18 36</inkml:trace>
  <inkml:trace contextRef="#ctx0" brushRef="#br0" timeOffset="52555.2475">5274 10195,'18'0,"35"36,17 52,1-18,-18 18,0 1,-1 17,-16-1,-1 19,-35-54,0 19,0-37,0 19,-18 0,1-18,17-1,-18-34,0 17,-17-17,18-18,-1 18,18 17,-18 0,18 0</inkml:trace>
  <inkml:trace contextRef="#ctx0" brushRef="#br0" timeOffset="52984.4959">5821 11060,'17'0,"-17"-18,18 18,0 0,-1 0,19 0,34 18,18 17,36 18,-36-18,0-17,36-1,-54 1,1 0,-1 17,-34-17</inkml:trace>
  <inkml:trace contextRef="#ctx0" brushRef="#br0" timeOffset="53282.2328">5997 11430,'0'0,"35"-18,1 1,-19 17,19 0,-1 0,0 0,18 17,0 1,18 17,-18 1,-18-1,18 0,0 0,17 1,-17 17,-18-36,18 36,0 35</inkml:trace>
  <inkml:trace contextRef="#ctx0" brushRef="#br0" timeOffset="53664.0525">7391 11712,'17'0,"-17"35,18 1,-18-19,0 19,0-19,0 54,0-1,0 36,0 18,-35-18,17-36,0 1,1-36,17 0,-18 1,0-19,18 1,-17-18,17 17,-18 1,1 0</inkml:trace>
  <inkml:trace contextRef="#ctx0" brushRef="#br0" timeOffset="54161.0258">7779 11942,'17'35,"-17"18,0-18,18 18,-18 0,0-18,18 18,-18-35,17-1,-17 1,18-18,-18 18,18-18,-18-18,0 0,0 1,-18-19,0 1,1 0,-19 0,1-1,-18 19,18-19,17 19,-35 17,36-18,-1 18,18-18,18 18,-1 0,1 36,105 17</inkml:trace>
  <inkml:trace contextRef="#ctx0" brushRef="#br0" timeOffset="54596.3651">8149 11994,'18'0,"17"53,-17 18,17-18,-35-18,35-17,-17-1,0 1,-18 0,0-1,17-17,1-35,-18 0,0 17,0 0,0-34,-35 52,35-36,-53 1,17 17,-17-17,18 17,0-17,17 18,1 17,-1 0</inkml:trace>
  <inkml:trace contextRef="#ctx0" brushRef="#br0" timeOffset="55027.128">7179 11448,'18'0,"-1"0,-17-18,36 18,-19-18,1 18,35 0,88 0,123 0,-34 0,123 0,-124 0,-53 0,-88 0,-17 0,-53 0,-36 0,0 18,1 0</inkml:trace>
  <inkml:trace contextRef="#ctx0" brushRef="#br0" timeOffset="55720.4971">7549 10477,'0'0,"71"142,-36-1,18 17,-35-87,-18 0,0-19,0-34,0 0,0-1,0 1,-18 0,18-36,0-35,0 18,18-18,-1 18,36-1,0 19,-35 17,35 0,-18 0,0 0,-17 0,17 17,1 19,-1-19,0 19,-35-19,18 1,-1 17,-17 0,0-17,0 0,-17-1,-1 1,1-18,-1 18,0-1,-17-17,35 18,-53-18,18 0,-36 0,-17 0,17-18,19 1,-1-1</inkml:trace>
  <inkml:trace contextRef="#ctx0" brushRef="#br0" timeOffset="56000.2101">7638 10742,'0'0,"0"-18,17 18,1 0,0-17,17 17,0-18,18 18,18 18,17-1,0 1,-17 0,-1-1,1-17,-18 18,-36 0,36-1,-18-17</inkml:trace>
  <inkml:trace contextRef="#ctx0" brushRef="#br0" timeOffset="56315.9527">8714 10319,'0'35,"35"36,18-1,-36 1,-17-18,18 52,-18-52,0 36,0-19,0 1,0-36,0 0,0-17,0-1,-18-17,18 18,-17-18,17 18,-18-18</inkml:trace>
  <inkml:trace contextRef="#ctx0" brushRef="#br0" timeOffset="58458.2898">10089 10601,'0'18,"18"17,-18 53,0-17,0 17,0 0,0 35,0 1,0-18,0 17,0-52,0 17,18-35,-1-18,-17-17,-17-1</inkml:trace>
  <inkml:trace contextRef="#ctx0" brushRef="#br0" timeOffset="58918.1367">9984 10231,'35'0,"18"0,17 17,-17 1,18 17,35-17,-36 35,1-36,-18 1,-36 17,19-17,-19-1,1 1,-18 17,0-17,0 0,0 17,0-17,0 17,0 0,-18-35,-17 35,17-17,1 0,-19-18,36 17,-35 1,17 0,18-1,0 1</inkml:trace>
  <inkml:trace contextRef="#ctx0" brushRef="#br0" timeOffset="59270.1491">11677 10389,'-18'0,"1"0,-1 0,-17 53,17-18,-17 18,0-17,17 17,0 35,18-18,18 36,-18-53,35 0,-17-18,17-17,0 0,-35-1,18 18,0-35,-1 36,-17-19,36-17,16 0,-34 0,17 0</inkml:trace>
  <inkml:trace contextRef="#ctx0" brushRef="#br0" timeOffset="59584.5641">11871 10566,'0'0,"35"70,-17 36,0-18,-1-17,-17 17,0 35,0-52,0-36,0 1,0-1,-17-35,17 18,0-1,-18-17,18 18,-18-18,1 17,17-52,0-53,-18 35</inkml:trace>
  <inkml:trace contextRef="#ctx0" brushRef="#br0" timeOffset="60141.3268">11800 10689,'0'0,"18"-17,-18-1,18 18,-1 0,1 0,0 0,17 0,-17 0,17 0,18 18,-36-1,1 1,0-1,-18 1,0 0,0-1,0 1,0 0,-36 17,-17 18,18-18,-18 0,0-17,18-18,17 0,18 18,18-18,0 0,-1 0,54 0,-1 17,-17 19,0-19,-53 18,36-17,-19-18,-17 18,0-1,0 1,0 17,0 1,0-19,-35 36,0-18,17 1,0-19,1-17,-1 18,0 0,1-1,-1-17,18-35</inkml:trace>
  <inkml:trace contextRef="#ctx0" brushRef="#br0" timeOffset="60435.1918">12330 10495,'0'0,"17"71,1 52,-18 1,0-1,0-17,0-36,0-17,0 18,0-53,0 17,-18-17,18-1,-17 1,-1-1,71-52,53-53,35-36,-35 54</inkml:trace>
  <inkml:trace contextRef="#ctx0" brushRef="#br0" timeOffset="60707.8192">13000 10566,'-18'17,"-17"36,17 0,-17-18,17 18,-17 18,17-18,1 0,17-36,-18 19,18-19,-17 1,17 0,-18-18,18 17,0 1,0-36,0-70</inkml:trace>
  <inkml:trace contextRef="#ctx0" brushRef="#br0" timeOffset="60975.4336">12929 10442,'0'0,"18"18,70 70,-35 18,-18-36,18 19,-35-19,0-35,-1 36,1-18,-18 0,0-36,0 19,0-19,0 1,0 17,0-17,-18 17,1 1,-19-19,19-17,-36 0</inkml:trace>
  <inkml:trace contextRef="#ctx0" brushRef="#br0" timeOffset="61202.0703">12806 11042,'0'0,"17"-18,1 18,0-17,-1 17,1 0,17 0,-17 0,17 0,-17 35,17-17,18 17,-18-35,1 17,17 19,-1-19</inkml:trace>
  <inkml:trace contextRef="#ctx0" brushRef="#br0" timeOffset="61452.3822">13476 10936,'18'53,"17"0,-17 35,-18-35,17-18,-17 18,0 0,0-18,0 1,0-19,0 19,0-19,18-34</inkml:trace>
  <inkml:trace contextRef="#ctx0" brushRef="#br0" timeOffset="61800.028">13723 10372,'35'0,"18"35,-17 0,-1 0,0 18,0 18,1 0,-19 34,1-52,0 53,-18-35,0 17,0-53,0 0,0 1,-18-36,0 17,1 1,-1 0,0-18,1 17</inkml:trace>
  <inkml:trace contextRef="#ctx0" brushRef="#br0" timeOffset="62318.4511">14376 10724,'0'-17,"17"17,1 0,0 0,-1 0,1 0,0 0,34 0,1 0,-17 17,17 1,-18 0</inkml:trace>
  <inkml:trace contextRef="#ctx0" brushRef="#br0" timeOffset="62623.0342">14005 11165,'0'0,"18"0,35 0,17 36,1-19,-36-17,-17 18,17 17,18-17,-35 0,-1-1,36-17,-35 18,0-1,17 1,-18 0,1-18,35 0</inkml:trace>
  <inkml:trace contextRef="#ctx0" brushRef="#br0" timeOffset="63318.8979">15328 10619,'18'0,"-1"0,19 70,17 36,-18 0,0-18,-35-17,0-1,0-52,0 35,0-36,-17 1,-1-18,18 18,0-1,0-34,0-19,35 19,-17 17,17 0,0 0,18 53,-17 0,-1-1,-35-16,18-19,-18 19,0 17,0-36,0 36,-18 0,-17 0,-36 0,18 0,-35 0,17-18,1 0,17-17,35 0,1-18,-19 0,1-36,17-52,18-35,18-1</inkml:trace>
  <inkml:trace contextRef="#ctx0" brushRef="#br0" timeOffset="63539.4917">15311 11007,'0'0,"17"-18,1 0,-1 18,1-17,0 17,-1 0,1 0,0 0,-1 0,1 0,0 0,-18 17,17 1,18 17,36 18,-18 0</inkml:trace>
  <inkml:trace contextRef="#ctx0" brushRef="#br0" timeOffset="64030.0303">15998 10707,'18'0,"0"35,-1-17,-17-1,18 1,-18 0,18-18,-1 0,-17-18,0 0,0 1,0-1,0 0,-17 1,-1-1,18 1,-18 17,1 0,17 17,0 1</inkml:trace>
  <inkml:trace contextRef="#ctx0" brushRef="#br0" timeOffset="64354.0895">16686 10248,'-17'53,"-1"53,18 35,-18 18,1-18,-36 53,35-71,-35 36,36-35,-19-36,1 18,0-36,17 1,1-18,-1-36,18 19,-18-19,1 1,17 0,0-1,-18-17</inkml:trace>
  <inkml:trace contextRef="#ctx0" brushRef="#br0" timeOffset="64787.9047">16598 11606,'18'36,"-18"17,17-18,1 0,0 0,-1-35,-17 18,0 0,0-1,18-17,-18-17,0-1,-18 18,1-18,17 1,-18 17,0 0,1-18,17 0,-18 18,1 18,17 0</inkml:trace>
  <inkml:trace contextRef="#ctx0" brushRef="#br0" timeOffset="65225.8166">18627 10548,'0'0,"-36"53,36 70,0 54,36 34,-19 1,-17-71,0 18,0-36,0-70,0 53,-17-70,17-1,0-18,-18-17,18 18,-18 0,1-1,-1 1,0-36</inkml:trace>
  <inkml:trace contextRef="#ctx0" brushRef="#br0" timeOffset="65599.2778">18609 10707,'0'0,"18"17,17 19,0-1,0 0,1 18,-19 0,1-18,-18-17,0 17,0-17,0 0,0-1,0 1,-18 17,1-17,-1-1,0 1,-17 0,35-1,-17-17,-1 0,18 18,-18 0</inkml:trace>
  <inkml:trace contextRef="#ctx0" brushRef="#br0" timeOffset="65931.2872">19297 10583,'0'0,"-18"0,18 18,0 53,-35 52,17-17,1 17,17-35,-18-17,0 0,18-36,0 0,0 0,18-17,-18 0,0-1,0 19,18-36,-1 17,54-17,17-17,-17-36,17 0</inkml:trace>
  <inkml:trace contextRef="#ctx0" brushRef="#br0" timeOffset="66328.9097">19756 10601,'0'0,"-18"18,0 17,1 0,-1 89,-35-1,0 36,18-53,17-36,1-17,17-35,0 17,-18-35,18 35,-18-17,1 0,17-1,0-52,35-18,-17 0,-18 0,0 18</inkml:trace>
  <inkml:trace contextRef="#ctx0" brushRef="#br0" timeOffset="66596.817">19597 10566,'35'0,"18"70,18 36,-36-35,0-18,-17-1,-1 1,1-17,0 17,-1 17,-17-17,18-35,-18 17,0 0,-18 1,18-1,-17 18,-1 0,0-18,1 18,-19 0</inkml:trace>
  <inkml:trace contextRef="#ctx0" brushRef="#br0" timeOffset="66789.3575">19632 11201,'18'-18,"-1"18,1 0,0 35,52-17</inkml:trace>
  <inkml:trace contextRef="#ctx0" brushRef="#br0" timeOffset="67259.6389">19967 11095,'0'0,"18"0,-1 0,1-18,0 18,-1 0,1 18,17 35,1-36,-19 1,-17 17,0-17,0 0,0-1,-17 19,-19 16,1-16,0 17,-18-36,18-17,-1 18,54-18,0 0,-1 0,1 0,-1 18,19-1,-1 1,0-18,18 17,0-17,0-17,-35-1,17-35</inkml:trace>
  <inkml:trace contextRef="#ctx0" brushRef="#br0" timeOffset="67605.9563">20232 10495,'53'35,"17"54,18-19,-17 36,-18-35,-18-1,0 18,-35-35,18 18,-18-18,0 0,0 0,-35 17,17-17,-17-18,17 1,1-19,-1 1,0-18,1 17,-1-17,18-52</inkml:trace>
  <inkml:trace contextRef="#ctx0" brushRef="#br0" timeOffset="68347.3908">20849 10954,'0'0,"18"0,-1 0,1 0,0 0,-1 0,1 0,0 0,-1 0,1 35,0-35,-1 18,18-1,-35 19,18 16,0-16</inkml:trace>
  <inkml:trace contextRef="#ctx0" brushRef="#br0" timeOffset="68665.7928">20708 11359,'0'0,"35"0,1 0,-1 0,0 18,18-18,-18 18,1-18,-19 0,1 0,-18 17,0 1,-18-18</inkml:trace>
  <inkml:trace contextRef="#ctx0" brushRef="#br0" timeOffset="70432.4694">21819 11324,'0'71,"0"-18,0 0,0 17,0-17,-17 0,17-18,0 0,-18 1,18-19,0 1,-18 0,1-18,17 17,-18 19,18-19,0 36</inkml:trace>
  <inkml:trace contextRef="#ctx0" brushRef="#br0" timeOffset="70923.7918">22031 11571,'0'18,"0"-1,0 1,0 17,0-17,0 17,18-35,-1 18,1-18,0 0,-18 17,0-34,0-1,0-17,0 0,0 17,0 0,-18 1,0-1,1 18,-1 0,0 0,1 0</inkml:trace>
  <inkml:trace contextRef="#ctx0" brushRef="#br0" timeOffset="71319.5555">22542 11465,'0'18,"0"17,0 18,0 0,0-35,18-1,0-17,-18 18,17-18,-17 18,0-36,0 0,0 1,-17-1,-1 0,0 1,1-1,-18 18,17-18,18 1,-18 17,18-18</inkml:trace>
  <inkml:trace contextRef="#ctx0" brushRef="#br0" timeOffset="71724.7679">21766 11254,'18'0,"0"0,70-18,71 18,-18 0,17 0,-52 0,18 0,-71 0,-36 0,1 0,0 0,-36 0,0 0</inkml:trace>
  <inkml:trace contextRef="#ctx0" brushRef="#br0" timeOffset="72113.5896">22296 10142,'0'36,"0"34,-18 1,0-1,-17 1,17-1,1-34,17-19,0 1,0 0,17-1,1 1,35 17,17-35,1 0,-36 0,36 0,-36 0,0-17,-35-1</inkml:trace>
  <inkml:trace contextRef="#ctx0" brushRef="#br0" timeOffset="72364.7672">22472 10513,'0'70,"0"19,0-19,-18-17,1-18,-1 18,0-18,18 1,0-19,-17 19,-1-19,0 1,18 0,0-1,-17 1,34 17</inkml:trace>
  <inkml:trace contextRef="#ctx0" brushRef="#br0" timeOffset="72934.3082">22789 10583,'0'0,"36"-53,-1 0,18 1,0-19,17-17,-52 53,0-36,-1 36,-17 17,0 0,0 1,-17-1,-1 18,0-35,-35 17,18-17,-18 17,0 18,0 0,1 0,34 0,-17 18,35 0,0-1,0 19,53-1,-36-35,18 35,-35-17,36-1,-19 19,19-1,-1 0,-17 0,-1-17,18 17,1 1,-19 17,19-1,-19-34,1 17,-18 18,18-17,-18 17,17-1,1 1,-18-17,0 17,0-1,0-16,0 17,-18 17,-17 1,17-1,-17 1</inkml:trace>
  <inkml:trace contextRef="#ctx0" brushRef="#br0" timeOffset="73934.9726">3863 12524,'0'17,"0"54,0-1,18 19,-18-19,0-35,0 71,0-71,-18 36,18-36,0 1,0-19,-18 1,18 0,-17-18,17 17,-18 1</inkml:trace>
  <inkml:trace contextRef="#ctx0" brushRef="#br0" timeOffset="74347.8024">3704 12365,'0'0,"35"0,1 17,-1 1,18 35,0-18,0-17,0 35,-36-53,19 35,-1 0,0-17,-35 0,0-1,0 1,0 0,0-1,-18 1,18 0,-17-1,-18 1,-18-1,35 19,-35-19,18 1,35 0,-18-18</inkml:trace>
  <inkml:trace contextRef="#ctx0" brushRef="#br0" timeOffset="74660.9322">4480 12594,'-17'71,"17"-1,0 1,0-18,0 0,0-18,17 0,1-17,-18-1,0 1,0 0,35-1,18-17,0 0</inkml:trace>
  <inkml:trace contextRef="#ctx0" brushRef="#br0" timeOffset="74925.3049">4833 12506,'0'53,"53"53,-35-36,-18 18,17-17,-17-18,0 0,0 17,0-34,0-19,0 1,0 0,-17-1,17 1,0 0,-18-18</inkml:trace>
  <inkml:trace contextRef="#ctx0" brushRef="#br0" timeOffset="75501.893">4939 12541,'0'-17,"18"17,-1 0,1 0,-1 17,1 19,0-19,-1 1,-17 17,0 0,0 1,0-1,0 0,-35-17,-18 17,0 0,-17 1,17-1,35-17,0-18,36 0,0 0,17-18,18 18,-18 0,1 0,-19 0,1 35,-1-35,1 18,-18-1,0 1,0 0,0-1,0 1,0 0,-18-1,-17 19,35-19,-35 19,17-36,1 17,17-34</inkml:trace>
  <inkml:trace contextRef="#ctx0" brushRef="#br0" timeOffset="75787.3897">5556 12400,'0'0,"-17"88,17-17,-18 35,0 0,1-36,17 18,-18-52,0 34,1-35,17 18,0-35,-18 0,0-1,1-17,17 36,-18-1,71-35</inkml:trace>
  <inkml:trace contextRef="#ctx0" brushRef="#br0" timeOffset="76063.4108">5786 12718,'0'35,"-18"18,0 0,18 0,-17 0,17 52,-36-69,19 34,17-17,-18-18,0-17,18 0,-17-1,17 1,0-36,35-52</inkml:trace>
  <inkml:trace contextRef="#ctx0" brushRef="#br0" timeOffset="76319.1264">5838 12753,'0'0,"18"0,0 18,-1 34,19 37,-1-19,-17-17,17 53,-35-53,0 0,0 0,0 0,0-18,0 18,0-18,0-17,-35 17,17 0,0-35</inkml:trace>
  <inkml:trace contextRef="#ctx0" brushRef="#br0" timeOffset="76554.5059">5609 13141,'18'-18,"17"18,-17 0,-1-17,1 17,17 17,18 19,-35-36,17 35,0-17,1 17,-19-18,1-17</inkml:trace>
  <inkml:trace contextRef="#ctx0" brushRef="#br0" timeOffset="77030.87">6191 12982,'36'18,"-19"-1,1-17,-1 18,-17 0,0-1,-17-17,17 18,-18-18,1 0,-1 0,18 18,-53 35,0-18,0-17,71-18,-1 0,1 0,0 0,-1 0,19 0,-19 0,19 0,-36 17,17-17,1 18</inkml:trace>
  <inkml:trace contextRef="#ctx0" brushRef="#br0" timeOffset="77337.3374">6491 12965,'53'70,"18"18,-19 1,-16-19,-19 1,19-1,-36-17,0 0,0-35,0 35,0-36,-18 1,0-18,1 17,17 19,-36-36</inkml:trace>
  <inkml:trace contextRef="#ctx0" brushRef="#br0" timeOffset="77872.8876">7161 13317,'18'0,"0"-17,-1 17,1-18,0 18,-1 0,1 0,35 0,35 18,35-1,-52 1,0 0,-19-18,-34 17,-18 1,0 0</inkml:trace>
  <inkml:trace contextRef="#ctx0" brushRef="#br0" timeOffset="78367.2904">7091 13458,'0'0,"0"-17,17 17,1 0,17 0,18 17,35 1,36 0,-18 17,-18-17,-17-18,-1 17,-52-17,-1 0,1 0,-18 18,-18-18,1 0,-1 0</inkml:trace>
  <inkml:trace contextRef="#ctx0" brushRef="#br0" timeOffset="80243.2118">8255 13123,'35'0,"-17"0,0 0,-1 0,1 0,-1 0,19 0,17 18,-18-18,18 18,-36-1,1 1,0 0,-18-1,17 18,-17 1,0-19,0 19,-17-1,17 0,-36 0,1-17,0-18,17 18,-17-1,17 1,36-18,-18-18,18 18,-1 0,1 0,0 0,-1 0,1 0,-1 0,19 0,-19 0,1 0,17 0,-17 0,35-17</inkml:trace>
  <inkml:trace contextRef="#ctx0" brushRef="#br0" timeOffset="80619.0662">9172 12929,'0'36,"0"-1,0-18,0 1,18-18,-1 18,1-18,0 0,-1 0,-17-18,18 0,0 18,-18-17,-18-18,18 17</inkml:trace>
  <inkml:trace contextRef="#ctx0" brushRef="#br0" timeOffset="80813.338">9190 12859,'-18'0,"1"0,-1 0</inkml:trace>
  <inkml:trace contextRef="#ctx0" brushRef="#br0" timeOffset="81190.5035">10178 12382,'-36'18,"1"0,0 35,0 0,-18 35,0 18,-18 52,-17 54,17-53,-52 70,-1-53,36-17,18-53,17-18,17-17,19-54,17 1,0 0,-18-18,1 17</inkml:trace>
  <inkml:trace contextRef="#ctx0" brushRef="#br0" timeOffset="81611.5186">9737 13705,'0'0,"0"53,0-17,0-19,0 1,0 0,17-18,1 0,-18 17,-18-17,1-53,-1 0,0 18,1 35,-19-18,19 1,-1-1,1 18,-1 0,0 0,1 0,17 18,17-36</inkml:trace>
  <inkml:trace contextRef="#ctx0" brushRef="#br0" timeOffset="82024.4749">12788 13247,'0'0,"0"35,0 36,0 17,0-18,0 36,-35-18,35 18,-18-18,1 1,-1-19,0-17,1 0,17-35,0-1,0 1,-18 0,18-1,-18 1,1-18</inkml:trace>
  <inkml:trace contextRef="#ctx0" brushRef="#br0" timeOffset="82424.8833">12753 13212,'18'0,"-1"17,1 1,-1-1,-17 19,18-1,-18-17,0-1,0 1,0 35,0-18,0 0,-18 1,-17-1,18-17,-1-1,-17 1,17-1,0 1,-17-18,17 0,1 35,-18-17</inkml:trace>
  <inkml:trace contextRef="#ctx0" brushRef="#br0" timeOffset="82754.5246">13864 12982,'-17'0,"-1"18,-17-1,35 19,-36-19,19 36,-19 36,19-19,-19 36,1-18,35-35,0 0,0-35,18-1,-1 1,-17-1,0 1,18 0,0-18,-1 17,36-17,18 0,-1-35</inkml:trace>
  <inkml:trace contextRef="#ctx0" brushRef="#br0" timeOffset="83025.8153">14076 12788,'0'35,"17"71,19 18,-19-1,1 36,-18-36,0-34,0-36,0 17,0-17,0-18,0-17,-18-18,18 18,0-1,-17-17,17 18,-18 0,36-71</inkml:trace>
  <inkml:trace contextRef="#ctx0" brushRef="#br0" timeOffset="83612.7678">14340 12876,'36'0,"-19"0,19 18,-1-18,-17 18,-18-1,17 1,1 0,-18-1,0 1,0 17,0 0,0 1,0-1,-71 36,-35-1,-52 1,34-36,54-17,17-1,35 1,36-18,17 0,36-18,-1 18,-17 0,0 18,-18-1,-17-17,17 18,-17 0,-1 17,-17 0,0-17,0 0,0-1,0 1,0 17,-35 0,0 1,17-19,1 1,-1-18,0 18,18-1,-17-17,-1 0,18-35,18-89</inkml:trace>
  <inkml:trace contextRef="#ctx0" brushRef="#br0" timeOffset="83957.5636">14852 12629,'0'0,"35"53,0 36,1-19,-19 18,1-17,0 17,-18-17,17 17,-17-18,0 19,0-37,-17 19,-1-36,0 18,-17 0,17-18,1-35,-1 18,1 0,-1-1,-17-17,35 18,-18-18</inkml:trace>
  <inkml:trace contextRef="#ctx0" brushRef="#br0" timeOffset="84402.1464">15628 13353,'18'-18,"-1"0,1 18,0 0,-1 0,1 0,0-17,-1 17,18 17,1-17,-1 0,0 18,-17 0,-18-1,0 1,0 0</inkml:trace>
  <inkml:trace contextRef="#ctx0" brushRef="#br0" timeOffset="84823.5904">15416 13688,'0'-18,"18"18,17 0,18 0,0 0,53 18,-35-18,-19 0,19 0,-18 0,-35 0,-1 0,-17-18,-17 18,-1 0</inkml:trace>
  <inkml:trace contextRef="#ctx0" brushRef="#br0" timeOffset="86872.5655">17286 13070,'-18'0,"1"18,17 53,0-1,0-17,0 53,35-18,-35-35,35-18,-17-17,0-18,-1 0,19-53,-1-18,-18 36,-17-18,0 36,0-36,-17 17,-1 19,1-18,-19-1,1 19,17 17,1 0,-1 0,18 17</inkml:trace>
  <inkml:trace contextRef="#ctx0" brushRef="#br0" timeOffset="87152.4792">17674 13441,'35'53,"-17"0,17 0,-17-18,-18-18,0 1,18 0,-1-18,-17 17,-17 1,17 0,0-1,0 19,105-54</inkml:trace>
  <inkml:trace contextRef="#ctx0" brushRef="#br0" timeOffset="87599.6204">18115 13194,'0'18,"0"52,0 1,0-18,0 17,0-17,18 0,-18-18,17-17,-17-1,18-17,-18 18,18-18,35-35,-18 0,-17-18,-18 17,0 19,0-1,0 0,-36 1,36-18,-35 17,0 0,-1 1,19 17,-1 0,0 0,-17 0,18 0,17-53</inkml:trace>
  <inkml:trace contextRef="#ctx0" brushRef="#br0" timeOffset="88145.2592">18662 12700,'18'0,"-1"0,18 18,18-1,-35 19,17-1,-17 0,17-17,-17 35,-18-18,18 0,-18-17,0 35,0-36,0 19,-36-1,-17 0,0 1,0-19,-35 18,53-17,0-18,-1 0,36 18,18-18,17 0,71 35,-53-35,53 35,-71-17,18 0,-18-1,1 18,-36-17,0 17,17-17,-17 17,0-17,0 0,0 17,0-18,-17-17,17 18,-18 0,0-18,18 17,-17-17,-1 18</inkml:trace>
  <inkml:trace contextRef="#ctx0" brushRef="#br0" timeOffset="88693.528">19756 12823,'0'18,"0"17,-18 1,18 34,-18-17,18 0,-17-35,-1 17,0 0,18-17,-17-18,17 18,-18-18,18-18,0 0,18 1,-1-1,1 18,0 0,17 0,18 18,0 17,-18 18,18 0,-53-18,18-17,-1 17,1 0,-18 0,0 36,0 0,-18-1,-17-17,17-18,-17-17,35 17,-18-17,1-18,-1 0,18 18,-18-18,1 17,-1-70,18-35,0-18</inkml:trace>
  <inkml:trace contextRef="#ctx0" brushRef="#br0" timeOffset="88928.1151">19844 13106,'17'-18,"1"18,0 0,-1 0,1-18,0 18,17 0,-18 0,1 36,0-19</inkml:trace>
  <inkml:trace contextRef="#ctx0" brushRef="#br0" timeOffset="89568.6329">20197 12629,'0'0,"70"36,1 17,17 0,-35-18,-36 0,19 0,-19-17,-17 17,0-17,0 17,0-17,-17 52,-19-34,1-1,17-17,1-1,-18 1,70-36,-18 18,36 0,18 18,-18 17,17 36,-17-18,-17 0,-1-1,-35-16,0-19,0 36,0-17,0-1,0 18,0 17,-18-17,-17-17,17 16,-17 1,17-17,-17-36,35 35,0-17,-35-18,17 17,1-17,-1 0,0 0</inkml:trace>
  <inkml:trace contextRef="#ctx0" brushRef="#br0" timeOffset="90976.1303">1252 15981,'0'0,"18"0,17 0,-35-18,18 18,0 0,-1 0,1 0,-1 0,19 18,17-1,-18 19,-35-1,35 0,-17-17,-18 35,0-18,0-17,0 35,-35-18,17 18,0-35,-35 17,18-18,17 1,36-18,0 0,17 0,-17 0,17-18,0 18,0 0,-17-17,0 17,-1 0,1 17,17-17,-17 0</inkml:trace>
  <inkml:trace contextRef="#ctx0" brushRef="#br0" timeOffset="91304.4299">1693 16175,'0'-18,"18"18,0 0,17 0,18 35,17 18,1-17,17 17,-53 0,1-18,-1 18,-17-18,-1 0,1 18,-18-18,0 18,0 0,0-17,-35 16,17 1,0-17,1-36,-19 0,19 17,-1-17,-52-35</inkml:trace>
  <inkml:trace contextRef="#ctx0" brushRef="#br0" timeOffset="91788.4666">1041 15663,'-18'0,"18"53,-18 18,18-1,18-17,17 35,-17 1,35-36,-18-1,-17-16,17-1,-17 18,17-18,18 1,-18-36,-17 35,-1-35,-17 17,18 1,0-18,-18 18,-18-1,0 1,1-18</inkml:trace>
  <inkml:trace contextRef="#ctx0" brushRef="#br0" timeOffset="96987.8647">3175 15752,'0'52,"0"72,-18-1,1-17,-1-18,18 36,-18-1,-17-34,18 34,17-52,0-1,0-17,0-18,0 1,0-19</inkml:trace>
  <inkml:trace contextRef="#ctx0" brushRef="#br0" timeOffset="97798.5569">2893 15893,'0'-18,"17"18,-17-18,36 1,-19 17,1-18,0 18,17-18,-17 18,-1 0,18 0,-17 18,17 0,1-1,17 19,-36-19,1 1,-1-18,1 18,-18-1,0 1,0 17,-18-35,1 35,-1 1,1-19,-19 19,1-19,17 18,1-17,-1-18,-17 35,0-17,35 0,-18-18</inkml:trace>
  <inkml:trace contextRef="#ctx0" brushRef="#br0" timeOffset="98472.3414">3792 15840,'-17'0,"-1"17,-17 1,0 0,17 17,-17 18,17-18,-17 0,17 36,0-18,18 17,0-34,0 17,0-18,0-17,0-1,18-17,0 0,-18 18,35-18,18 17</inkml:trace>
  <inkml:trace contextRef="#ctx0" brushRef="#br0" timeOffset="99261.073">5486 15522,'-18'0,"0"18,-17-1,0 36,0 18,-1 52,-17 36,36-35,-36 34,35-34,1-36,-1 18,18-53,-18 0,18 0,0-36,0 19,0-19,-17-17</inkml:trace>
  <inkml:trace contextRef="#ctx0" brushRef="#br0" timeOffset="99665.3607">5680 15875,'0'35,"0"36,0 35,0-18,0 0,0 18,0-53,0 17,0-17,0-35,0 0,0-1,0 1,-18-18,18-53,71-88,-18 70</inkml:trace>
  <inkml:trace contextRef="#ctx0" brushRef="#br0" timeOffset="100364.6049">5803 15875,'0'-18,"18"18,-1 0,19-17,34-1,-17 0,-18 18,18 0,-35 0,17 0,-17 0,0 18,-1 0,-17-1,18 19,-18-1,0-17,0 17,0 0,-18-17,-17 17,17-17,-35 17,18-17,-18-1,18 1,0-18,17 0,36-18,-1 18,1 0,0 0,-1 0,18 0,1 18,-1-18,0 17,-17 1,0-18,-18 18,0-1,17-17,-17 18,0 17,0-17,0 0,-17-18,-1 17,18 1,-18-18,1 0,-1 0,18 18,-18-18,1 0,17 17,0-70,70-194</inkml:trace>
  <inkml:trace contextRef="#ctx0" brushRef="#br0" timeOffset="100725.0514">6526 15381,'18'0,"0"0,17 0,18 53,53 35,-53-35,0 0,-36 0,18-18,1 18,-19 0,1 0,0-18,-18 18,0 0,0-35,-18 17,18 0,-35 1,-1-19,19 1,-18-18,17 0,-35-18</inkml:trace>
  <inkml:trace contextRef="#ctx0" brushRef="#br0" timeOffset="101623.6992">4533 15752,'0'0,"-17"0,-1 0,0 0,-17 35,17 53,-17-17,17 34,1-34,-1 17,18-17,0-36,-17 0,17 1,0-19,-18-17</inkml:trace>
  <inkml:trace contextRef="#ctx0" brushRef="#br0" timeOffset="102021.4621">4568 15646,'18'0,"-18"17,0 19,18-19,-1 36,-17-18,0 1,18 34,-18-17,18 18,-18-1,17-17,-17 0,0 0,0-18,0 1,0-19,0 1,0 0,0-1,-17-17,-1 0,0 0,1 0,-1 18,-17-18</inkml:trace>
  <inkml:trace contextRef="#ctx0" brushRef="#br0" timeOffset="102263.8778">4251 16104,'0'-17,"18"17,-1 0,1 0,0 0,-1 0,1-18,-1 18,1 0,35 0,53-18,-18 18,0 0,-17 0,-36 0,-17 0</inkml:trace>
  <inkml:trace contextRef="#ctx0" brushRef="#br0" timeOffset="102685.6214">5027 15804,'0'18,"0"0,0 35,0 0,0-1,0 1,0 0,0-35,0 17,0-17,0-1,0 1,0 0,-18-18,1 0</inkml:trace>
  <inkml:trace contextRef="#ctx0" brushRef="#br0" timeOffset="103538.7797">7355 15557,'0'-17,"18"17,17 0,1 0,17 0,17 0,-35 17,18-17,-17 18,-19-18,1 18,-1-1</inkml:trace>
  <inkml:trace contextRef="#ctx0" brushRef="#br0" timeOffset="103938.0302">7056 15857,'17'0,"1"0,-1 0,1 0,0-17,-1 17,19 0,34 0,1 0,-18 17,0-17,0 18,-1-18,1 18,-35-18,0 0,-1 0,1 0,0 0,34 0,37 0,105-71</inkml:trace>
  <inkml:trace contextRef="#ctx0" brushRef="#br0" timeOffset="104328.4229">9331 14605,'18'0,"-18"35,17 18,-17 18,18-18,0 52,-18-16,0-1,0 0,0 18,-18-36,18-34,-18 17,1 0,17-36,-18-17,18 18,-18-18,1 0,17 17</inkml:trace>
  <inkml:trace contextRef="#ctx0" brushRef="#br0" timeOffset="104781.8031">9155 14411,'17'-18,"1"18,17-17,18-1,0 18,18 0,-1 18,1-1,-18 19,-1-36,-34 35,17-17,-17 17,17 0,-17-17,-18 17,18 18,-18-35,0 17,0 0,0 0,-18 1,-17-19,-1 19,19-19,-1 1,-17-18,17 17,1-17,-1 0,18 18</inkml:trace>
  <inkml:trace contextRef="#ctx0" brushRef="#br0" timeOffset="105160.9371">10089 14676,'-17'17,"-1"54,-35-1,53 1,0-1,-17-17,17-17,0-1,0 0,0-17,17-18,36 0,18 0,35-71</inkml:trace>
  <inkml:trace contextRef="#ctx0" brushRef="#br0" timeOffset="105478.1777">10866 14305,'-18'0,"0"18,-17 52,17-17,-17 18,0-1,0 1,17 35,-17-71,17 36,18-36,-18 18,1-53,17 35,0-17,-18-18,0 0</inkml:trace>
  <inkml:trace contextRef="#ctx0" brushRef="#br0" timeOffset="105773.9978">10760 14358,'17'35,"1"18,17 35,-17-17,17 35,-35-53,18 53,-1-36,1-35,0 18,-18 0,17-35,1 0,-18-1,-18-17,18 18,-17-18</inkml:trace>
  <inkml:trace contextRef="#ctx0" brushRef="#br0" timeOffset="105986.5559">10601 14834,'18'-17,"-1"17,1 0,0 0,-1 0,36 17,0 1,-18-18,36 18,-18-1</inkml:trace>
  <inkml:trace contextRef="#ctx0" brushRef="#br0" timeOffset="106274.8276">11112 14799,'0'53,"18"0,-18-18,0 18,0 0,0-35,0 35,0-36,0 18,0-17,-18-18,18 18,0-36,89-105</inkml:trace>
  <inkml:trace contextRef="#ctx0" brushRef="#br0" timeOffset="106604.4445">11148 14146,'17'0,"54"71,-18 17,17-17,-17 35,18-36,-53 36,17-36,-18 1,-17 17,0-53,0 18,0-17,0-19,-17 1,-1 17,-17-35,17 18,1 0,-1-18,0 17,-17 1,0-18,17 0,1 17</inkml:trace>
  <inkml:trace contextRef="#ctx0" brushRef="#br0" timeOffset="107056.6316">11800 14658,'0'70,"0"19,18 34,0-17,-18 0,0-18,0 18,0-36,-18-34,18 17,-18-1,18-34,-17 0,-1-1,18-87,35-36</inkml:trace>
  <inkml:trace contextRef="#ctx0" brushRef="#br0" timeOffset="107450.0919">11871 14676,'0'0,"18"0,-1 0,1 0,17 17,18 18,-18 1,1-19,-36 1,17 17,1-17,-18 0,18 17,-18 0,0-17,-18-1,0 19,1-1,-19-35,19 18,-1-1,0 1,1-18,-1 0,18 18,-17-1,34-52</inkml:trace>
  <inkml:trace contextRef="#ctx0" brushRef="#br0" timeOffset="107776.5781">12577 14605,'-18'18,"-17"35,17 17,-17 1,17-1,-17 18,35-17,-18-18,18-35,0 17,0-18,0 1,0 0,18 17,-1-17,1-1,35-17,18 0,-19-35,-16 0</inkml:trace>
  <inkml:trace contextRef="#ctx0" brushRef="#br0" timeOffset="108071.6307">13000 14482,'0'52,"17"19,-17 0,0 17,0-35,0 17,0 1,0-1,0-17,-17 0,17-18,-18-17,18 17,0-17,-17 0,17-36,0-53</inkml:trace>
  <inkml:trace contextRef="#ctx0" brushRef="#br0" timeOffset="108707.8413">12982 14534,'0'-17,"18"17,-1 0,1 17,35 1,0 0,-18 17,-17-35,-18 35,18-35,-18 18,0 0,0-1,0 18,-36 1,1-1,-36 18,1-18,-1 0,18-17,18-18,88-53,53-17,-53 52,0 0,-18 18,-17 0,-1 0,1 18,0-18,-18 18,17-1,1 1,-18 0,0-1,0 1,0 17,0 0,0-17,-18 17,-17 1,17-19,-17 19,17-1,1-18,-1-17,0 0,1 18,-1 0,18-54,88-69,53-37</inkml:trace>
  <inkml:trace contextRef="#ctx0" brushRef="#br0" timeOffset="109053.3197">13423 14570,'18'35,"17"53,-17 36,-1-54,-17 18,0-17,0 0,0-36,0 18,0-18,-17-17,17-1,-18-17,36 0,123-35,71-36,17 1,-88 17</inkml:trace>
  <inkml:trace contextRef="#ctx0" brushRef="#br0" timeOffset="109355.0587">14305 14323,'0'0,"-18"17,1 54,-18 0,-1-1,1 18,-18 36,-17-18,17-36,17-17,19 0,-19-35,36-1,0 1,-17 0,-1-18,18-18</inkml:trace>
  <inkml:trace contextRef="#ctx0" brushRef="#br0" timeOffset="109648.4152">14393 14182,'18'70,"35"18,-18 1,18 16,-35-16,-1 16,1-16,-18-19,0 1,0-36,0 36,0-36,0 0,-18 0,18-17,-17 0,-1-1,18 19,-35-19,17-17</inkml:trace>
  <inkml:trace contextRef="#ctx0" brushRef="#br0" timeOffset="109859.2383">14164 14922,'18'0,"-1"-17,1 17,17 0,0 0,36 0,-18 0,18 17,-36-17</inkml:trace>
  <inkml:trace contextRef="#ctx0" brushRef="#br0" timeOffset="110154.2764">14922 14834,'0'0,"18"0,-18 36,18 34,-1-35,-17 18,0 0,0-17,0 16,0 1,0-35,0 0,0 17,-17-35,17 18,-18-1,18 1,71-71,-18 18</inkml:trace>
  <inkml:trace contextRef="#ctx0" brushRef="#br0" timeOffset="110435.5509">15099 14429,'35'0,"36"53,17 35,-18-18,-34 1,-1 17,0-53,1 36,-19-18,-17-18,18 0,-18 1,0 17,-18-1,-17-16,0 34,-71 18,-35 36,-36-36,-70 36</inkml:trace>
  <inkml:trace contextRef="#ctx0" brushRef="#br0" timeOffset="111157.2494">9349 15681,'17'0,"1"-18,17 18,-17 0,-1-17,19 17,87 0,142 53,229-36,176-17,159 0,123 0,72 0,-125 0,-193 0,-212 0,-265 0,-159 0,-52 0,-18 18,-18-18,1 18,-1-18</inkml:trace>
  <inkml:trace contextRef="#ctx0" brushRef="#br0" timeOffset="111581.9863">13000 16351,'-18'0,"18"36,-17 52,17 35,17 54,-17-54,0-35,0 0,0 1,18-36,-18-1,0-34,0 17,0-17,-18-18,18 18,-17-18,17 17,-18-17,18 18</inkml:trace>
  <inkml:trace contextRef="#ctx0" brushRef="#br0" timeOffset="111950.9642">12559 16245,'35'0,"18"0,35 36,36 34,-18 1,-18-18,-18-18,-34 0,-19-17,1 0,0 34,17-34,-18 35,-17 0,18 0,-18-36,0 19,0-1,0 0,-18-17,-17 17,0 1,17-19,1-17,-1 18,0-1,18 1,53-36</inkml:trace>
  <inkml:trace contextRef="#ctx0" brushRef="#br0" timeOffset="112252.9776">13811 16475,'-35'0,"35"17,-18-17,-17 36,35-19,-18 19,1-1,-19 0,36 18,0 0,0-18,0 18,18-18,0 1,-18-19,17 1,1 0,0-18,-1 0,-17 17,36-17,-19 0</inkml:trace>
  <inkml:trace contextRef="#ctx0" brushRef="#br0" timeOffset="112553.9662">14146 16351,'0'18,"18"52,0 36,-18-70,0 34,0 1,0-1,0-35,0 18,0-17,-18-19,18 1,0 0,-18-18</inkml:trace>
  <inkml:trace contextRef="#ctx0" brushRef="#br0" timeOffset="113169.7502">14111 16439,'18'0,"-1"0,19 0,-1 0,-17 0,17 18,0 0,-17-18,17 17,0 1,-35 0,18-1,-18 1,0 0,0-1,-35 1,-1-1,19 19,-36-19,18-17,-1 18,19-18,34 0,1 0,35-18,0 18,-18 0,36 0,-18 0,-36 36,18-19,1 1,-19-18,-17 18,0-1,0 1,0-1,0 1,-17-18,-1 18,0-1,-34 1,16 0,1-18,0 17,-18 1,35 0,-17-18,17 0,1 0</inkml:trace>
  <inkml:trace contextRef="#ctx0" brushRef="#br0" timeOffset="113490.5865">14658 16316,'53'18,"35"52,-35-17,0-18,-18 18,0-17,1-1,-36 0,17 18,-17-35,18 35,-18-18,0 0,0 0,0 1,-18-1,1-17,-1-1,0-17,-35 18,1-18,-37 0,-16 0,-19 0</inkml:trace>
  <inkml:trace contextRef="#ctx0" brushRef="#br0" timeOffset="115193.9419">16686 15311,'36'0,"-19"0,54 0,-18 0,-18 0,0 0,1 0,-19 0,1 0</inkml:trace>
  <inkml:trace contextRef="#ctx0" brushRef="#br0" timeOffset="116423.1988">16439 15681,'18'0,"0"0,-1 0,1-18,17 18,36-17,-18 17,17-18,1 18,-1 0,-17 0,18 0,-18 0,-18 0,18 0,-35 0,-1 0,1 0,0 0,-54 0</inkml:trace>
  <inkml:trace contextRef="#ctx0" brushRef="#br0" timeOffset="116820.9467">17057 14922,'17'0,"19"18,52 35</inkml:trace>
  <inkml:trace contextRef="#ctx0" brushRef="#br0" timeOffset="117541.3301">17956 15187,'-17'18,"-19"35,19 0,-1 35,1-18,17-17,0 0,0 0,17-18,1-17,-1 0,-17-1,18-17,0 0,-1-17,36-36,0 17,-35 1,-1-18,1 0,-18 0,0 18,-35-18,17 0,-17 0,-18 36,53-1,-35 0,17 18,18 18,0 0,0-1,-18-17,18 36,0-19,0 1,18 17</inkml:trace>
  <inkml:trace contextRef="#ctx0" brushRef="#br0" timeOffset="117876.1578">18397 15363,'18'0,"35"53,0 0,-18-17,-17-1,17 0,0 0,-17-17</inkml:trace>
  <inkml:trace contextRef="#ctx0" brushRef="#br0" timeOffset="118571.8102">18927 14676,'-18'0,"18"52,0 72,18 35,-1 17,-17 36,0-36,0-35,0 18,0-18,0-17,0-54,0 18,0-35,0 18,0-18,18-18,-18-17,0-1,0 1,0 0,-18-18,1 0,-1 0,18-124</inkml:trace>
  <inkml:trace contextRef="#ctx0" brushRef="#br0" timeOffset="119244.9171">19473 14887,'18'0,"0"0,-1 0,1 0,35 18,17 17,-34-17,-1-1,-35 1,18 0,-1-1,1 1,-18 35,17 0,-17 0,0-18,0 36,-35-19,-18 19,-35 17,-18-35,53 0,-17-35,70-1,-18-17,36 0,-1 0,1 0,0 0,-1-17,36 17,-17 0,16 0,1 0,-35 0,0 0,-1 0,-34 0</inkml:trace>
  <inkml:trace contextRef="#ctx0" brushRef="#br0" timeOffset="119939.7438">18344 14623,'18'0,"0"0,-1 0,19 0,-19 0,36 0,35 0,36 0,-1 0,-34 0,-37 0,-16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12:24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8696 1976,'18'0,"-1"0,1 0,35 0,0 17,35-17,0 18,36-18,17 0,35 0,0 0,36 0,0 0,-18 0,17 0,1 0,-71 0,-17 0,52 0,-35 0,18 0,-18 0,18 0,-18 0,0 0,35 0,-17 0,53 0,-18 0,18 0,-18 0,17 0,1 0,-18 0,53 0,-71 0,1 0,-1 0,0 0,-52 0,-18 0,-36 0,1 0,-18 0,-36 0,19 0,-19 0,1 0,0 0,-1 0</inkml:trace>
  <inkml:trace contextRef="#ctx0" brushRef="#br0" timeOffset="8124.554">16845 3387,'35'0,"18"0,53 0,-18 0,36 0,17 0,35 0,-17 0,17 0,1 0,-1 0,18 0,-35 0,-18 0,-17 0,-54 0,18 0,-52 0,17 0,-36 0,1 0,-1 0,19 0,-1 0,-17 0,17 0,18 0,-18 0,0 0,18 0,0 0,0 0,-18 0,1 0,-1 0,0 0,-17 0,0 0,-1 0,1 0,-1 0,1 0,0 0,-1 0</inkml:trace>
  <inkml:trace contextRef="#ctx0" brushRef="#br0" timeOffset="10009.5732">20338 3387,'53'0,"-1"0,19 0,0 0,17 0,35-18,-35 0,1 18,34-17,-17-1,-36 18,-34-18,-1 18,-17 0,-1 0,1 0,0 0,-1 0,1 0,0 0</inkml:trace>
  <inkml:trace contextRef="#ctx0" brushRef="#br0" timeOffset="11737.4889">10072 4004,'17'0,"36"0,0 0,18 0,52 18,-17-18,106 0,-1 0,-17 0,53 0,-17 0,34 0,19 0,-37 0,-16 0,-36 0,17 0,-52 0,-53 0,18 0,-1 0,0 0,19 0,-19 0,1 0,-19 0,19 0,-1 0,1 0,-1 0,-17 0,-35 0,34 0,1 0,-53 0,18 0,-1 0,1 0,17 0,-35 0,18 0,-1 0,-35 0,36 0,-36 0,18 0,-35 0,-1 0,1 0</inkml:trace>
  <inkml:trace contextRef="#ctx0" brushRef="#br0" timeOffset="13128.107">1094 4798,'0'35,"0"0,0 1,0 17,0-18,0 18,0 0,0-18,0 0,0-17,17-18,-17 17,18-17,-18 18</inkml:trace>
  <inkml:trace contextRef="#ctx0" brushRef="#br0" timeOffset="13606.5789">1429 4727,'17'0,"19"18,17 17,-18 0,18 18,-18-35,-17 35,17 0,0 0,-35-36,0 36,0 0,0-18,-17 18,-36 0,0-17,0-1,-18 0,36-17,-36-18,19 0,-1 0,0 0,0 0</inkml:trace>
  <inkml:trace contextRef="#ctx0" brushRef="#br0" timeOffset="14214.7015">688 4798,'0'17,"-18"19,18-1,-17 0,17 1,0-1,0-18,0 1,17 0,1-18,0 17,-1-17,18 18,-17-18,17 18,1-1,-19 1,36 0,-18-18,-17 0,17 17,-17-17,0 18,-1-18</inkml:trace>
  <inkml:trace contextRef="#ctx0" brushRef="#br0" timeOffset="16113.8186">2558 4833,'0'0,"17"0,1 0,88 88,0 53,-1-17,-16-18,-19-1,-17-52,-35 0,-1 0,1-53,-18 36,18-36</inkml:trace>
  <inkml:trace contextRef="#ctx0" brushRef="#br0" timeOffset="16480.8676">3351 4957,'-70'17,"-54"54,19-1,16 1,19-18,-1 17,18-34,-53 52,71-53,0-17,35-1,-18-17</inkml:trace>
  <inkml:trace contextRef="#ctx0" brushRef="#br0" timeOffset="17069.0831">3581 5450,'17'0,"1"0,-18-17,18 17,-1 0,1-18,0-17,-1 17,1 18,-1 0,1-17,0 17,-1 0,1 0,17 0,-17 17,17-17,18 35,-18-17,-17 17,17-17,-17-18,0 18,-1-18,-17-71,53-17,0 53,0-54</inkml:trace>
  <inkml:trace contextRef="#ctx0" brushRef="#br0" timeOffset="17662.0634">4833 4833,'0'53,"0"0,0 35,0 18,18-18,-1-17,1-1,0 1,-1-54,-17 19,18-19,0-17,17-35,18-18,17 0,-17 0,35-17,-17-36,17 18,-35 35,0-35,-35 35,-18 35,0 0,-18 18,0 0</inkml:trace>
  <inkml:trace contextRef="#ctx0" brushRef="#br0" timeOffset="18200.6039">6032 4904,'-35'35,"0"-17,17-1,1 18,-19 18,1-35,17 17,1 18,17-35,0 35,0 0,17 0,19-18,-19 0,19 0,-19 18,-17-35,0 17,36 1,-19-1,-17-18,18 1,-18 0,0-1,53-17</inkml:trace>
  <inkml:trace contextRef="#ctx0" brushRef="#br0" timeOffset="18911.5224">6579 5009,'-17'0,"-1"0,0 0,1 0,-1 36,0-1,18-17,-17 35,17-1,0 1,0 0,17-17,-17-19,36 18,-36-17,17-18,-17-35,36-18,-19 18,-17 17,18-17,-18-1,0 19,0-1,0 1,-18 17,18-18,0 0,-17 18,-1 0,0 0</inkml:trace>
  <inkml:trace contextRef="#ctx0" brushRef="#br0" timeOffset="19263.3633">6826 5327,'18'18,"0"34,-1-16,1-19,-18 1,0 0,17-1,-17 1,-17-18</inkml:trace>
  <inkml:trace contextRef="#ctx0" brushRef="#br0" timeOffset="19975.8468">7232 4604,'35'0,"0"35,1-17,-1 17,0 0,-17-17,17 17,-35-17,18 17,0-17,-1 35,-17-18,0-17,0 34,-17-16,-1-19,-17 19,17-19,-17 19,-1-36,19 0,52 17,18 18,0 1,-35-19,17 19,0-19,-17 1,-18 0,0-1,17 1,-17 17,0-17,0 17,0 0,0-17,0 17,-35 18,35-18,-35-35,17 36,1-36,-1 0,0 0,1-53,17-159</inkml:trace>
  <inkml:trace contextRef="#ctx0" brushRef="#br0" timeOffset="20601.0867">7691 4904,'0'17,"0"36,0 0,0-18,17-17,18 35,-35-18,18 0,0-17,-1 17,1-35,0 0,-1 18,1-18,0 0,-1 0,18 0,1-18,-19 1,1-19,0 1,-18 0,0 17,0 1,0-19,-36-17,19 36,-19-18,1-1,18 19,-1 17,-17 0,35-18,-18 18,0 0,1 0,-19 0,1 0,18 18,-1-18,0 17,18 1,-17-18,17 18,0-1,17 1,89-18,-18-18</inkml:trace>
  <inkml:trace contextRef="#ctx0" brushRef="#br0" timeOffset="20968.5873">8220 4692,'0'0,"70"70,-17 1,0 35,0-36,-35-17,-1 18,1-1,-18-17,0-17,0 17,0-18,0 0,0 0,0-17,-18 0,18-1,-17-17,17 18,-18-18,-17 0,17 0</inkml:trace>
  <inkml:trace contextRef="#ctx0" brushRef="#br0" timeOffset="21664.1308">10689 4674,'0'-17,"0"-19,0 19,-17-1,-1 0,0 1,1 17,-1-18,0 18,1 0,-1 0,0 53,1 0,17 35,0 0,0 1,0 34,0-17,0 0,0-18,0 0,0 36,17-36,1 35,-18-35,18 18,-18-18,0 1,0-1,0-18,0-17,0-17,0-1,-18-35,0 0,1 0,-1 0,-17 0,-18-124</inkml:trace>
  <inkml:trace contextRef="#ctx0" brushRef="#br0" timeOffset="21960.4115">10107 5345,'0'0,"18"0,-1 0,1 0,0 0,-18-18,35 18,18 0,0 18,0-1,0-17,-36 0,18 0,-17 0,-18 18,18-18,-1 0,1 0,53 0</inkml:trace>
  <inkml:trace contextRef="#ctx0" brushRef="#br0" timeOffset="22290.859">11201 4939,'-18'0,"18"18,-18 34,1 1,17 0,-18 53,18-53,-18 0,18 0,0-36,0 19,0-1,0-17,18-1,-18 1,18 0,-18-1,0 1,53-18</inkml:trace>
  <inkml:trace contextRef="#ctx0" brushRef="#br0" timeOffset="22597.9822">11271 5098,'18'0,"0"0,17 17,35 36,1-18,-18 18,-18-35,0 17,-17-35,0 18,17 0,-35-1,18-17,17 0,-18 0</inkml:trace>
  <inkml:trace contextRef="#ctx0" brushRef="#br0" timeOffset="22843.5695">11871 4992,'-18'0,"1"0,-1 0,-17 35,-1-17,36-1,-35 19,18-36,-1 17,18 1</inkml:trace>
  <inkml:trace contextRef="#ctx0" brushRef="#br0" timeOffset="23281.6024">12083 4710,'0'17,"53"36,-1 35,-16-17,-1-36,-17 36,-1-18,-17 35,0-35,0-18,0 0,0 1,-17-1,17-18,0 1,0 0,-18-18,0 0,1 0</inkml:trace>
  <inkml:trace contextRef="#ctx0" brushRef="#br0" timeOffset="30005.8159">12612 5168,'17'0,"1"0,0 0,17 0,-17 0,-1 0,1 0,0 0,-1 0,1 0,-1 0,1 0</inkml:trace>
  <inkml:trace contextRef="#ctx0" brushRef="#br0" timeOffset="30717.6471">12506 5468,'18'0,"-1"0,36 0,-18 0,-17 0,0 0,-1 0,1 0,0 0,-1 0,1 0,0 0,-1 0</inkml:trace>
  <inkml:trace contextRef="#ctx0" brushRef="#br0" timeOffset="31695.2514">13688 4269,'0'0,"-18"0,0 0,1 17,-18 1,-18 17,-36 36,37-54,-1 19,0-1,35 0,18-17,-18-18,18 17,0 1,36 0,-1-1,-35 1,35 0,1-1,-19 1,1 0,-18-1,0 1,17 17,-17 18,0 0,-17-18,-18 36,-18-18,0 0,0-18,0 0,0 0,35-35,1 0,-1 0,18 18</inkml:trace>
  <inkml:trace contextRef="#ctx0" brushRef="#br0" timeOffset="32006.7607">13123 5098,'18'0,"0"0,-1 35,1 18,17-18,-17 0,17 18,-17 18,17 17,0 53,-17-17,17-1,-35-17,0 17,0 1,0-1,0-34,-17-19,-1 1,18-54,0 19,0-19</inkml:trace>
  <inkml:trace contextRef="#ctx0" brushRef="#br0" timeOffset="32914.7367">14446 5098,'18'-36,"0"36,-1-17,1-1,-1 18,1 0,0 0,-1 0,1 18,-18 17,18-17,-18-1,0 19,0-19,0 1,-18 17,-17 0,-1-17,19 0,-1-1,18-34,18 17,17 0,18 0,-18 0,1 0,-1 0,-18 17,1-17,-18 18,18-18,-18 18,0-1,0 18,-18-17,0-18,18 18,-17-18,-1 17,1-17,17 18,-18-18,0 0</inkml:trace>
  <inkml:trace contextRef="#ctx0" brushRef="#br0" timeOffset="33453.5549">15011 5098,'0'17,"0"36,17-18,-17 1,36 17,-19 0,19-18,-36-18,17 1,18-18,-35 18,18-18,0 0,-1 0,19 0,17-36,-18-16,0-1,-17 0,-18 17,0 1,0 0,0 17,-36-17,19 17,-1 1,1 17,-1 0,0 0,1 0,-1 0,-17 0,-1 0,19 17,-18-17,-1 0,19 0,-19 0,1 0,-18 0</inkml:trace>
  <inkml:trace contextRef="#ctx0" brushRef="#br0" timeOffset="33875.2896">13794 4815,'35'-17,"106"17,71 17,88 19,-18-19,18-17,-36 18,-35-18,-52 0,-18 0,-71 0,-71 0,1 0,-18 18</inkml:trace>
  <inkml:trace contextRef="#ctx0" brushRef="#br0" timeOffset="34192.4336">15222 4180,'0'18,"0"53,18-18,-18-36,0 36,0-18,0-17,0 0,0-1,0 1,0 0,0-1,18-17,35 18</inkml:trace>
  <inkml:trace contextRef="#ctx0" brushRef="#br0" timeOffset="34541.9044">16457 4851,'0'0,"18"35,-18-17,17-18,1 17,-18 1,0 0,0-1,-18 1,18-1,0 19,36-1</inkml:trace>
  <inkml:trace contextRef="#ctx0" brushRef="#br0" timeOffset="35196.6231">17533 4568,'0'18,"0"17,0 18,18 0,17 18,-17-36,17 18,-17-18,17-17,-18-18,1 18,0-18,-18 17,17-17,19 0,-19-35,19-18,-1-35,-18 17,1 1,-18 34,0 1,0 0,-18 0,1-1,-18 1,-1 0,19 35,-1 0,0 0,1 0,17 35,0 0,35 18</inkml:trace>
  <inkml:trace contextRef="#ctx0" brushRef="#br0" timeOffset="35617.6778">18944 4392,'-17'0,"-19"0,-17 18,18 17,-36 0,19 1,-19 16,36-16,-1-19,19 1,17 0,17-18,1 0,17 17,1 1,-1 0,-17-1,-1 1,1-18,-1 17,1 1,0-18,-1 18,19-18,17 0,0 0,-1-36</inkml:trace>
  <inkml:trace contextRef="#ctx0" brushRef="#br0" timeOffset="35883.1784">19121 4480,'0'0,"52"53,1-18,0 18,-17-17,-1-1,-18 0,19 0,-19-35,-17 36,18-36,-18 17,0 1,18-18,-18 18,17-1,1 1</inkml:trace>
  <inkml:trace contextRef="#ctx0" brushRef="#br0" timeOffset="36157.4376">19350 4392,'-35'18,"17"17,0 0,1 1,-1-1,0 0,-17 0,17-17,18 0,0-1,0 19,18-19,53-17</inkml:trace>
  <inkml:trace contextRef="#ctx0" brushRef="#br0" timeOffset="36564.2388">20232 4357,'-35'0,"-1"0,-17 35,-17-17,17-1,-18 19,18-19,36 1,17 0,35-1,-17 1,17 35,18-18,-18 0,18 18,0-18,-35 1,17-19,0-17,0 18,-35 0,0-1,18-17,17 0,-17-35</inkml:trace>
  <inkml:trace contextRef="#ctx0" brushRef="#br0" timeOffset="37144.7048">20302 4163,'0'0,"18"0,17 0,18 17,-18 1,18 0,-53-1,36 1,-19 0,-17-1,0 1,0 17,-35 0,0 1,-36 17,36-36,17-17,1 0,52 0,-17 0,17 18,0 17,0-17,-35 17,18-35,0 18,-1 17,-17 0,0-17,-17 17,-1 0,0 1,1-1,-1-35,0 18,1-18,-1 0,18 17,-17-17,17-70</inkml:trace>
  <inkml:trace contextRef="#ctx0" brushRef="#br0" timeOffset="37559.5388">20884 4180,'0'18,"0"0,0 17,0 0,0-17,0 17,0 0,0-17,0 0,0-1,0-34,0-36,0-18,0 54,0-36,0 17,-35 19,35-19,-35-16,17 34,1 18,-1 0,0 0,1 0,-1 0,-88 88,0 18</inkml:trace>
  <inkml:trace contextRef="#ctx0" brushRef="#br0" timeOffset="37971.2074">18821 5644,'0'0,"35"0,-17 0,35 0,17 0,-35 0,54 0,-37 0,1 0,-35 0,17-17,-17 17,-36 0</inkml:trace>
  <inkml:trace contextRef="#ctx0" brushRef="#br0" timeOffset="38251.9828">19103 5521,'-18'18,"18"17,-17 18,-1 0,18 17,0-34,0 16,0 1,0-17,0-19,-18-17,36-53</inkml:trace>
  <inkml:trace contextRef="#ctx0" brushRef="#br0" timeOffset="38503.1736">19279 5380,'18'17,"0"54,17 0,-35 34,17-52,-17 18,0-1,0-17,0-17,0-1,0 0,0-17,-17-1,-1-17,1 18</inkml:trace>
  <inkml:trace contextRef="#ctx0" brushRef="#br0" timeOffset="38800.8898">19085 5733,'0'0,"18"0,0 0,-1 0,1 0,-1 0,19 17,-19-17,1 0,-18 18,-18 0,1-1</inkml:trace>
  <inkml:trace contextRef="#ctx0" brushRef="#br0" timeOffset="39027.4488">19068 5891,'17'0,"1"0,0 0,17 18,0 0,-17-1,17 1,-17-18,-1 0,-17 18,0-1,-17-17</inkml:trace>
  <inkml:trace contextRef="#ctx0" brushRef="#br0" timeOffset="39612.8597">18627 6262,'17'0,"1"0,0 0,17 0,0 17,18 1,0 0,0-1,0-17,0 0,0 18,-36-18,-17 18,-53 52,-52 18,34-52,0-1,36 0,0-17,35-1,17-17,1 0,17-17,18 17,-35 0,35 0,0 0,0 0,-36 0,36 0,-35 17,0-17,-1 0,-17 18,18-18,35 0,-18 0,36 0,52-70,-17 17,0-18,-18-35,-53 36,0-54,-35 36,0-18</inkml:trace>
  <inkml:trace contextRef="#ctx0" brushRef="#br0" timeOffset="40427.2337">19703 5768,'-18'0,"0"0,1 53,-36-18,18 18,-1 0,19-18,17 18,0 0,17-35,19 35,-1-18,-18 0,1-35,0 0,-18 18,0-1,0 1,0-36,17-105,54 35,-36 17,71-17,-18 35,71 18,17 17,36-17,-89 53,-17 17,-53-18,-35 1,0-18,-1 18,-17-1,18-17,-18 18,0 0,-18-1,1-17,-19 18,-17 0,0-18,36 0,-19 0,19 0,-18-18,-1-17,1-71,17 18,-17 17,17 36,1 17,17 1,0-1,17 18,1 0,0 0,-1 88,-17-35,0 0,0-35,0 17,-17-18,17 1,-18-18,18 18,0-1,-18-17,1 0,-18 0</inkml:trace>
  <inkml:trace contextRef="#ctx0" brushRef="#br0" timeOffset="40675.4237">20055 5539,'36'-18,"17"106,0 36,-36-54,36 36,-18-53,-17 0,17-18,-17-17,0 17,-18-17,17-1,1 1,-18 0</inkml:trace>
  <inkml:trace contextRef="#ctx0" brushRef="#br0" timeOffset="41677.4135">15399 6297,'0'18,"35"17,-35 0,0 1,0-19,0 1,0-1,0 1,18 0,-1-18,-17 17,0 1,36-18,16 0,1 0,-35-18,0-17,-1 0,1 35,-18-53,0 18,0 17,0 0,-18 1,1 17,-1 0,18-18,-18 18,1-18,-1 18,18-17,-35 17,-18-18,18-17,-18 35,0-18,35 18,-35 0,36-17,-1 17,0 0,18-18,-17 18,17 18,70-1</inkml:trace>
  <inkml:trace contextRef="#ctx0" brushRef="#br0" timeOffset="43154.4457">20832 4410,'0'0,"17"0,1 17,-1 36,1-35,-18 0,18-1,-1-17,1 0,0 0,-18 18,17-1,1-17,0 0,17 0,0 0,0-17,-17-18,0 17,-18 0,17 1,1-1,-18-17,0 17,0 0,0-17,-18 0,1 0,-1-1,0 1,18 17,-17-17,-1 17,0 1,1 17,-1 0,1-18,-1 18,0 0,1-17,-1 17,0 0,-17 0,0 0,0 0,17 17,0-17,18 18</inkml:trace>
  <inkml:trace contextRef="#ctx0" brushRef="#br0" timeOffset="49470.2643">2646 7585,'0'35,"0"18,0 35,0 124,0-71,0 18,0-36,0-17,0-36,0 19,0-36,0-18,0-17,0-1,0 1,17-18</inkml:trace>
  <inkml:trace contextRef="#ctx0" brushRef="#br0" timeOffset="50109.4985">2752 7479,'17'0,"1"0,35 0,-18 0,0 0,18 18,18 17,-36-18,-17 1,17 0,-17-18,-1 35,-17-17,0-1,0 1,0 0,0-1,-17 18,-1-35,0 36,-17-19,18 19,-19-19,19 1,-36 0,35-1,0 1,1-18,-1 0</inkml:trace>
  <inkml:trace contextRef="#ctx0" brushRef="#br0" timeOffset="51055.887">3933 7108,'-52'0,"-1"0,0 0,-18 0,1 18,-1-18,-17 18,17-18,18 17,0 19,18-19,18 1,17 0,0-1,17 18,18-17,1 17,-1 1,0-19,1 19,-19-36,-17 17,35 1,-35 0,18-1,-18 1,0-1,0 1,0 17,0-17,0 17,-35 1,17-19,18 1,-35 17,35-17,-18-18,1 0,-1 0,53 35,1 0,-1 1,-18 16,19 19,-19 0,1 17,17 35,-35 1,-17-1,-1 1,0-18,1-18,-19-35,19 17,17-52,0-1,0 1,0-36,17-70,54-53</inkml:trace>
  <inkml:trace contextRef="#ctx0" brushRef="#br0" timeOffset="51517.7193">4392 7549,'18'18,"52"70,-17 18,18 0,-18 0,-18-36,35 36,-52-53,17 18,-35-36,18-17,0-1,-18 1,17-18,1 0</inkml:trace>
  <inkml:trace contextRef="#ctx0" brushRef="#br0" timeOffset="51822.0953">4868 7638,'-53'70,"-17"18,17 1,0 16,-35-34,-18 35,0-36,53-17,36-35,-1-18,18 18</inkml:trace>
  <inkml:trace contextRef="#ctx0" brushRef="#br0" timeOffset="52445.4913">5098 7743,'0'-17,"17"17,1 0,0-18,17 18,53 35,71 36,0 0,35-1,-106-52,-35-1,-36-17,-17 18,0 0,0-1,-53 36,0-17,-17 16,17-16,0-1,35 0,-17-17,18-18,-1 0,18 18,18-18</inkml:trace>
  <inkml:trace contextRef="#ctx0" brushRef="#br0" timeOffset="53532.4486">5980 7638,'17'0,"1"0,-1 0,1 0,0 0,17 0,0 0,-17 0,0 17,-1-17,1 0,-36 0,1 0,-1 0,36 0,-1 18,19 105,-1 36,-35-35,17-1,19 1,-19 17,-17-53,18 18,0-18,-18-35,17-18,-17-17,0-1,0 1,-17-18,17-53</inkml:trace>
  <inkml:trace contextRef="#ctx0" brushRef="#br0" timeOffset="54191.0182">6685 8008,'18'35,"-1"18,1 0,-18-35,0 17,0 0,18-17,-1 0,1-18,-18 17,18-17,-1 0,1 0,17-17,18-1,-35 0,-1-17,-17 0,0 17,0 1,0-19,0 19,0-1,-17-17,-1 35,0-18,1 0,-1 1,1 17,-1 0,-17 0,-1 17,19 1,-1 0,0-18,1 0,17 17,-18 1,0-18,18 18,-17-18,34 0</inkml:trace>
  <inkml:trace contextRef="#ctx0" brushRef="#br0" timeOffset="55112.2209">7479 7179,'18'0,"17"0,18 18,0-1,-18 36,-17-35,-1-1,-17 19,18-1,-18-17,0 17,0-17,-18-1,-17 1,17 17,1-17,-1-1,0-17,18 18,0 0,18-18,0 0,-1 0,19 17,-1 1,0-18,18 0,0 0,-18 0,0 0,-17 0,-18-18,-35 18,-36 0,1 0,34 0,19 18,-36 0,53-1,-35 1,35 0,0 17,0 0,0 18,0 0,35 0,-17 17,17 1,-18 0,19-1,-19 1,-17-18,18 17,-18-17,0-18,0 36,0-36,0 0,0 1,0-19,0 1,0 0,-18-1,1 1,17 0,-18-18,0 0,18 17,-17-17,-1 0</inkml:trace>
  <inkml:trace contextRef="#ctx0" brushRef="#br0" timeOffset="55590.0398">8378 7779,'18'0,"0"0,-1 0,54 0,17 0,-17 17,17 1,-18-18,-17 18,-17-18,-1 0,-35 17,18 1</inkml:trace>
  <inkml:trace contextRef="#ctx0" brushRef="#br0" timeOffset="55971.565">8502 8026,'18'0,"-1"0,1 0,35 0,53 17,-18 1,-18 0,1-18,-53 0,17 17,-18-17,1 18,0-18,-1 18,1-1,53 18</inkml:trace>
  <inkml:trace contextRef="#ctx0" brushRef="#br0" timeOffset="56843.1658">10548 7532,'18'0,"-1"-18,1 18,-18-17,0-1,0 0,0 1,0-19,0 1,-18-18,1 0,-19 18,1 0,17-1,-17 1,18 35,-19 0,19 0,-1 0,0 0,-17 0,17 0,1 0,17 18,-18-1,1 19,-1 17,18-18,-18 35,18-17,-17 18,17-18,0 0,0 0,0-18,0 18,0-18,35 36,0-18,0 17,18 1,-17-1,-19 1,19-1,-19-17,1 18,-1-36,-17 36,18-18,-18-1,0-16,0 17,0-18,-18 0,1-17,17 17,-18-35,18 18,-17-18,17 17,-18-17,0 0,1 0,-1 0,0 18</inkml:trace>
  <inkml:trace contextRef="#ctx0" brushRef="#br0" timeOffset="57364.1118">10724 8220,'0'53,"36"17,-19 1,-17-18,18 52,0-52,-18 18,17-18,-17-18,0-17,0 17,18 0,-18-17,0 0,0-1</inkml:trace>
  <inkml:trace contextRef="#ctx0" brushRef="#br0" timeOffset="58060.6994">11095 8502,'0'53,"0"-18,17 18,-17 0,18 0,-18-35,18 17,-1 0,1-17,-18-1,0 1,18-18,-1 0,1 0,0 0,-1-35,19 17,-36 0,0-17,0 18,0-19,-18 1,0 17,1-17,-1 17,18 1,-35-1,17 18,0 0,1 0,-1 0,18-18,0 1</inkml:trace>
  <inkml:trace contextRef="#ctx0" brushRef="#br0" timeOffset="60101.8422">6985 6015,'18'0,"17"0,18 0,-18 0,53 0,18 0,0 0,53 0,-36 0,18 17,-17 1,-1 0,-17-18,-53 17,-18-17,1 0,-19 0,1 0,-36 0</inkml:trace>
  <inkml:trace contextRef="#ctx0" brushRef="#br0" timeOffset="61358.7657">10848 7056,'0'-18,"18"18,-1 0,1 0,-1 0,1 0,17 0,18 18,0 34,0-16,-18-1,1 0,-19-17,1 0,-18 17,0-18,0 19,-18-1,1-17,-1-1,0-17,1 36,-19-36,19 0,-1 0,36 0,-1 0,1 0,35 53,0-18,0-18,-35 19,17-1,-18-17,1-18,-18 35,0-17,0-1,0 1,0-1,-18 36,1-35,-1 0,1-1,-1 1,0 0,1-18,-1 17,0-17,18 18,-17-18,17-18,35-52</inkml:trace>
  <inkml:trace contextRef="#ctx0" brushRef="#br0" timeOffset="61992.8338">11712 7320,'18'53,"-1"-18,-17 18,0-17,0-19,18 18,0 1,-1-36,-17 17,18-17,0 0,-1 0,1 0,17 0,-17 0,17-17,18-19,-18 1,-17 0,-18 0,0 17,0 0,0 1,0-1,0 0,-35 1,35-1,-36 18,36-18,-17 18,-1 0,1 0,-19 18,1-18,17 35,1-35,-19 18,1 0,17-1,1 19,17-19,0 36,17 35</inkml:trace>
  <inkml:trace contextRef="#ctx0" brushRef="#br0" timeOffset="62351.0277">12418 8184,'17'0,"-17"-17,18 17,0 0,-1-18,-17 36,0-1,0 19</inkml:trace>
  <inkml:trace contextRef="#ctx0" brushRef="#br0" timeOffset="63123.3513">13070 8237,'18'0,"0"0,-18-17,17 17,19 0,-1 17,-17 1,17 17,-35 1,0-19,0 1,0 17,0 18,0-35,-35 35,-1-1,-17-16,0-1,18-17,17-1,18 1,18-36,0 18,52-17,1 17,-18 0,-36 0,19 0,-19 0,1 17,17 1,-17 17,0-35,-1 18,-17 0,0-1,0 1,0-1,0 19,-17-19,-19 19,19-1,-1-17,-17 17,17-35,0 0,18 17,-17-17,17 18,-18-18,18-35,71-36</inkml:trace>
  <inkml:trace contextRef="#ctx0" brushRef="#br0" timeOffset="63725.5335">13635 8467,'0'-18,"0"36,0-1,17 36,1-18,-18 18,18-35,-18 17,0-17,17 0,-17-1,18-17,17-35,-35-18,18 0,0 0,-18 18,17 0,-17-18,-35 17,0 1,17 18,0 17,1 0,-1 0,0 0,1 0</inkml:trace>
  <inkml:trace contextRef="#ctx0" brushRef="#br0" timeOffset="64294.9598">12665 7920,'17'0,"-17"-18,18 18,0 0,17 0,35 0,54 0,88 0,-36 0,-53 0,19 0,-54 0,-18 0,1 0,-36 0,-17 0,-1 0,1 0,0 0,-1 0,1 0,-18 18</inkml:trace>
  <inkml:trace contextRef="#ctx0" brushRef="#br0" timeOffset="64694.2733">13564 7302,'0'18,"0"53,18-36,-18 36,18-19,-1 1,-17-17,0-1,0-17,0-1,0 1,0-1,0 19,35-19,-17 19</inkml:trace>
  <inkml:trace contextRef="#ctx0" brushRef="#br0" timeOffset="65931.0844">14905 7937,'0'0,"17"0,-34 0,-1 18,1-18,-1 0,0-18,1 1,-1 17,0 0,1-18,-1 1,0 17,1 0,-1-18,1 18,17-18,0 1,17 17,1 53,17 35,-17-18,17 1,-17-36,-1 0,1-17,0-18,-18 18,0-1,35-122,35-1,-52 53,17-88,1 17,-1-17,-35-18,0 36,0 35,-18 17,1 1,-1 34,0 1,18 17,0 1,18 17,0 35,35 88,52 107,-69-19,17-34,-18-54,0-17,-35-53,18 0,-1 0,1-18,-18-17,18-1,-18 1,0 0,0-1,0 1,-18-18,18 18,-18-1,54-87,17-36,-36 18,1-18,17 18</inkml:trace>
  <inkml:trace contextRef="#ctx0" brushRef="#br0" timeOffset="66359.6739">15610 7532,'0'0,"0"-18,18 18,0 0,-1 0,72 71,34 35,18 35,-17-53,-36-18,-35-34,0 17,-36-18,1 18,17-36,-17-17,-18 18,17 0,1-18,0 17,-18 1,0 0,-18-18</inkml:trace>
  <inkml:trace contextRef="#ctx0" brushRef="#br0" timeOffset="66953.0639">16387 7708,'-18'0,"-17"0,-1 35,1-17,-18 53,18-1,-36 36,36-35,-18 70,-17-53,17 18,-18-18,36-53,35 0,-18 1,18-19,0 1,-17-18,-1 0</inkml:trace>
  <inkml:trace contextRef="#ctx0" brushRef="#br0" timeOffset="68727.0753">17374 7867,'18'0,"17"0,18 0,0 0,0 0,18 0,-19 0,-16 0,-1 0,0 0,-17 0,0 0</inkml:trace>
  <inkml:trace contextRef="#ctx0" brushRef="#br0" timeOffset="69217.1745">17427 8237,'18'0,"-1"0,19 0,17 0,0 0,52 0,19 36,-71-36,35 0,-17 0,-19 0,-34 0,0 0,-1 0</inkml:trace>
  <inkml:trace contextRef="#ctx0" brushRef="#br0" timeOffset="71948.8011">19015 8414,'17'0,"1"-18,17 18,18 0,-18 0,36 0,0 0,-1 0,-35 0,18 0,-17 18,-19-1,1-17,0 0,-18 18,0 0,0-1,0 1,0 0,-36-18,19 17,-54 18,18-17,-17-18,34 0,54 0,35 0,0 0,53 18,-1-18,-16 0,-19 0,-17 17,-18-17,-17 18,0-18,-1 18,1-1,-18 1,0 0,0-1,0 19,-18-36,18 35,-17 0,-19-17,1-1,17 1,1 0,-1-18,-17 0,35 17,0 1,-18-18,1 0,-19-18,-34-52,-1-18,18-18</inkml:trace>
  <inkml:trace contextRef="#ctx0" brushRef="#br0" timeOffset="72447.0057">18627 8043,'17'0,"1"0,52 0,1 0,17 0,53 0,18 0,35 0,18 0,-1 0,-17 0,-17 0,-1 0,-70 0,-53 0,-18 0,-52 0</inkml:trace>
  <inkml:trace contextRef="#ctx0" brushRef="#br0" timeOffset="73331.4569">19562 7444,'17'0,"1"0,-1 0,36 0,0 0,-17 0,16 0,1 17,-35-17,0 0,-18 18,0 0,0-1,0 18,-18 1,-17 17,-18-18,0 18,-35 17,0-34,17-1,36 0,-1-17,54-18,17 0,36-18,-1 18,19 0,34 0,-35 0,-35 0,-18 0,18 0,-35 0,0 0</inkml:trace>
  <inkml:trace contextRef="#ctx0" brushRef="#br0" timeOffset="74942.4718">1094 11148,'17'0,"1"0,0 0,17 0,0 0,18 17,0 19,35-1,0 0,-17 1,-18-1,-18 0,0-17,-17-18,-18 17,0 1,0 17,0 1,-18-19,-17 18,-18 1,-17 17,-1-36,36 19,-18-36,35 17,1-17,34 0,1 0,17 0,18 0,70 0,-34 0,-1 0,0 0,-35 0,18 0,-54 0,1 0,-36-35,1 0,17-1,-18 19,0-36,1-18,-19 18,19-17</inkml:trace>
  <inkml:trace contextRef="#ctx0" brushRef="#br0" timeOffset="75255.0358">1817 11148,'35'0,"18"35,18 0,-1 1,-17-1,0 0,0 0,0 1,0-1,-53 18,35-18,-17 18,17 0,-35-18,18 18,-18 0,0-35,0 17,-36 0,1 1,0-19,17 1,-35 17,-35-17,-18-1,-17-17</inkml:trace>
  <inkml:trace contextRef="#ctx0" brushRef="#br0" timeOffset="76105.6207">600 10901,'-18'0,"18"17,-18 1,18 0,0 17,0-17,0-1,0 19,18-19,-18 1,18-18,-18 17,0 1,0 17,0 18,0-35,17 53,1-19,17 1,-17-17,17-1,-17 0,17 0,0-17,-35 0,36 17,-19-35,1 18,0-1,-1-17,1 18,-1-18,-17 18,18-18</inkml:trace>
  <inkml:trace contextRef="#ctx0" brushRef="#br0" timeOffset="82815.627">2963 10760,'18'0,"0"0,-1 0,36 35,0 0,-18 18,18 0,0 18,-18-36,1 18,-1-18,-17-17,-18-1,0 1,17-18</inkml:trace>
  <inkml:trace contextRef="#ctx0" brushRef="#br0" timeOffset="83102.9932">4110 10830,'-35'18,"-18"0,0-1,17 18,-16 1,-37-1,-52 36,71-36,-36 0,71 0,-18-17,35 0,0-18,1 0</inkml:trace>
  <inkml:trace contextRef="#ctx0" brushRef="#br0" timeOffset="83464.7957">3369 11183,'0'0,"35"18,-17 88,17 17,-17 0,-1 19,-17-19,0 1,0 52,0-106,0 1,0-36,-17 1,17-1,-18-18,18 1</inkml:trace>
  <inkml:trace contextRef="#ctx0" brushRef="#br0" timeOffset="84003.9768">4057 11800,'18'0,"-1"0,-17-17,18 17,-1 0,-17-18,36-17,-1-89,18 54,0-1,0 18,0 18,0 17,-18 1,0 17,-17 0,-1 17,36 19,0 34,18 1,-54-18,19 0,-1-18,0 0,-17-17,-18-1,35-52,53-35,54-71,-37 52,1-16,35-1</inkml:trace>
  <inkml:trace contextRef="#ctx0" brushRef="#br0" timeOffset="84325.8872">6085 10866,'0'52,"0"19,0 35,-35-18,17 18,1-18,17 0,-18-17,1 35,-1-36,18-35,0 18,0 0,0-17,0-19,0 1,0 0,-18-18,1 17,-1-17</inkml:trace>
  <inkml:trace contextRef="#ctx0" brushRef="#br0" timeOffset="85204.8914">6121 10724,'0'0,"53"18,-18-18,0 0,18 18,-53-1,35-17,-17 0,0 0,17 18,-35 0,18-18,-1 17,1-17,-18 18,0 17,0 0,-18 1,1-19,-1 19,-35-1,18 0,-71 0,-18 18,1 18,-18-18,106-53,-18 18,35-18,36 0,-1 0,1 0,0 0,70 0,-18 0,18 0,-35 0,-17 0,17 17,0 1,-18 17,-18-35,1 35,0 1,-1-1,-17-17,0-1,0 1,0-1,0 1,-17 17,-19 1,1-1,0 0,0-17,-18 17,0 0,17-17,19 0,-18-1,17-17,0 0,1 0,-1 18,18 0,-18-18,1 0</inkml:trace>
  <inkml:trace contextRef="#ctx0" brushRef="#br0" timeOffset="85739.9263">7091 10672,'-18'0,"1"17,-19 18,19 18,-19 18,36-18,-17 53,-1-18,0 35,1-52,17-1,0-17,0 0,0-17,0-1,0-18,17 19,1-19,0 1,-1 17,1-35,0 36,17-19,-17-17,-1 18,1-18,-1 17</inkml:trace>
  <inkml:trace contextRef="#ctx0" brushRef="#br0" timeOffset="86387.307">8326 10248,'0'18,"-36"17,19 0,-19 18,1-17,-18 52,18-18,-18-17,0 18,0-18,0 17,0-17,18 0,0-18,17-17,18 0,-18-1,18 1,18-18,0 0,-18-18,17 18,-17-17,18 17,0 0,17 0,35 0,19 17,-19 1,18-18,1 0,-1 18,-18-1,-17-17,-17 0,-19 0,1 0,-1 0,1 0,0 0</inkml:trace>
  <inkml:trace contextRef="#ctx0" brushRef="#br0" timeOffset="86763.5513">8237 10813,'0'0,"0"70,0-17,0 35,0 0,0 18,0-17,0-19,-17 1,17-18,0-1,0-34,0 0,0-1,-18 1,0 0,18-1,-17-17,-1 0,18 18</inkml:trace>
  <inkml:trace contextRef="#ctx0" brushRef="#br0" timeOffset="87193.306">8572 11483,'18'-18,"0"18,-1 53,-17-35,18 35,-18-18,18 0,-18 1,0-1,0-18,0 1,0 0,0-1,-18-17,0 18,1-18,17 18,-18-1,18 1</inkml:trace>
  <inkml:trace contextRef="#ctx0" brushRef="#br0" timeOffset="88014.7135">9296 11571,'0'0,"17"0,1-18,0 18,35 0,17 36,1-36,17 17,-35 19,-18-19,0 1,1 0,-19-18,-17 17,0 1,0-1,0 1,0 0,0-1,-17 1,-19 17,-70 1,36-1,-1-17,18-1,18-17,18 0,34 0,1-17,-1 17,1 0,0 0,17 0,18 17,-18 1,18 17,0 0,-35-35,17 36,-17-19,-18 1,0 0,0-1,0 1,0-1,0 1,-18-18,18 18,0-1,0 1,-18-18,-17 18,35-1,-18-17,-17 18,17 0,1-18,-18 0,17 0,-17 0,-1 0,-17-18,1 0,16-17</inkml:trace>
  <inkml:trace contextRef="#ctx0" brushRef="#br0" timeOffset="88437.0036">9243 11430,'17'0,"1"-35,0 35,17-18,-17 18,52 0,18 0,36 0,-1 18,36 17,-53-35,0 18,-36-18,-34 17,16-17,-34 0,-36 0,1 18</inkml:trace>
  <inkml:trace contextRef="#ctx0" brushRef="#br0" timeOffset="89037.6927">9225 10213,'35'0,"1"18,17-18,17 52,-17-52,-18 36,18-19,-35 1,0 0,-1-18,-17 17,0 1,0 0,0-1,-17 1,-1-1,-17 19,-18-1,0 0,35 1,-17-36,17 0,36 0,0 0,-1-18,1 18,-1 0,1 0,17 0,71 35,-35 36,-1-36,-17-17,-18-18,-17 17,0-17,-18 18,17 0,-17-1,18 1</inkml:trace>
  <inkml:trace contextRef="#ctx0" brushRef="#br0" timeOffset="89447.0619">10530 10707,'71'88,"-36"-35,1-18,16 18,1 35,0 36,18-1,-54 1,1 34,0-16,-18 52,-18-106,0 18,-17-71,0 0,17 0,18-17,-17-18,-1 0,18-18</inkml:trace>
  <inkml:trace contextRef="#ctx0" brushRef="#br0" timeOffset="91368.952">13794 10566,'17'0,"19"17,-1 19,18-1,0 0,0 0,-18 1,18 17,-18-18,-17-17,-1-18,-17 17,18-17,-18 18,18-1,-1 1</inkml:trace>
  <inkml:trace contextRef="#ctx0" brushRef="#br0" timeOffset="91678.5627">14570 10724,'-36'18,"-34"17,17 1,18-36,-18 35,17 0,-16-17,34-1,0-17,1 18</inkml:trace>
  <inkml:trace contextRef="#ctx0" brushRef="#br0" timeOffset="92108.9604">14182 10936,'17'18,"19"52,-1 36,0-35,-17 17,-1 18,1-36,-18-17,0 0,0 18,18-54,-1 19,-17-1,0-18,18 1,-18 0</inkml:trace>
  <inkml:trace contextRef="#ctx0" brushRef="#br0" timeOffset="93173.2678">13017 10936,'0'18,"36"52,17 36,-18-35,-17 17,-1 35,1-52,-18 17,18-17,-1-18,-17-1,0-16,18-19,-18 19,17-36</inkml:trace>
  <inkml:trace contextRef="#ctx0" brushRef="#br0" timeOffset="93666.301">13212 11077,'0'0,"17"-17,18 17,18 0,0 17,53 18,-35-17,-18 17,-1-17,-16 0,-19-1,1 1,-18 0,0-1,0 1,0 0,0 34,0-16,-18-1,1 0,-19 1,19-19,-1 1,1-18,-1 17,0-17,1 18,-1-18</inkml:trace>
  <inkml:trace contextRef="#ctx0" brushRef="#br0" timeOffset="94487.3549">13970 9825,'-35'35,"-1"18,1 18,-18-1,18 54,0-54,35-17,-36 0,36-18,0-17,0 17,36-35,17 35,0 1,-18-1,18 0,-18 1,18-1,-35-35,17 35,0 18,0-35,-17 17,-18-17,18 17,-18-17,0 34,0-16,0-19,-18 19,0 17,-17-36,0 36,17-18,1-35,-1 18,0 0,36-1,0 36,-1-17,18 34,-17-17,0 18,-1-1,1 1,-18 17,18 0,-1 18,1-53,-18 0,0 0,0-18,18 0,-18-17,0-1,17-17,-17 18,0 0,0-1,-17-17,87-70</inkml:trace>
  <inkml:trace contextRef="#ctx0" brushRef="#br0" timeOffset="94830.4553">14922 11218,'18'0,"0"0,-1-17,1 17,0 0,-18-18,35 18,-17 0,17 0,18 0,-36 18,19-18,-36 17,17-17,-17 36,0-1</inkml:trace>
  <inkml:trace contextRef="#ctx0" brushRef="#br0" timeOffset="95058.1357">14693 11553,'0'0,"35"0,-17 0,35 0,18 0,-1 0,18 0,-35 0,18 0,17 0,0 0,36 0,-1 0,1 0,-36 0,-18-17</inkml:trace>
  <inkml:trace contextRef="#ctx0" brushRef="#br0" timeOffset="95377.8533">15769 10742,'18'35,"35"54,17 52,-52-18,52 36,-52-71,0-17,-18-1,0-17,0 0,0-18,0 1,0-1,0-18,0 19,0-19,17 19,36-36,18-53</inkml:trace>
  <inkml:trace contextRef="#ctx0" brushRef="#br0" timeOffset="95760.882">16475 11042,'-18'0,"-17"18,17-18,-17 0,0 17,17 1,-17-1,17-17,36 0,17 0,-17 18,17 0,0 17,18 18,-18-18,1 1,-1-36,-17 17,-1 1,-17-1,0 1</inkml:trace>
  <inkml:trace contextRef="#ctx0" brushRef="#br0" timeOffset="96283.8825">16475 10072,'0'-18,"17"18,1 0,0 0,17 0,18 18,0-1,-36 1,19 0,-1-18,-17 17,-1 1,1 0,-1-1,-17 1,0 0,18 17,-18 0,0 0,0 18,-18-17,1 16,-18-16,-1-1,19 0,-1-17,36-18,-1 0,1 0,0 0,-1 0,18 0,36 18,0-1,17 1,18 0,-1-18,-34 0,0 0,-1 0,-52 17</inkml:trace>
  <inkml:trace contextRef="#ctx0" brushRef="#br0" timeOffset="96652.7061">17233 10689,'0'35,"0"36,0-18,0 53,18 35,-18-53,17-17,1 34,0-52,-18 18,0-18,0 17,0-34,0-1,0 0,0 0,0 1,0-19,17 19,-17-1,18 0,-18 1,0 16,0-34,-18 53,18-36,-17 18,-1-36</inkml:trace>
  <inkml:trace contextRef="#ctx0" brushRef="#br0" timeOffset="97114.4699">17551 11324,'17'-17,"1"17,35 0,-18 0,18 0,35 0,-17 0,-18 0,-18 0,18 0,-18 0,-17 0,-1 17,-34-17,17 35,0 1,0-1</inkml:trace>
  <inkml:trace contextRef="#ctx0" brushRef="#br0" timeOffset="97466.009">17709 11659,'18'-17,"0"17,17 0,0 0,18 0,-35 0,35 0,0 0,-18 0,0 0,18 17,-35-17,-18 18,17-18,-17 18</inkml:trace>
  <inkml:trace contextRef="#ctx0" brushRef="#br0" timeOffset="98179.6863">19720 10795,'0'-18,"0"1,0-1,0 0,0 1,0-18,-35 35,35-18,-18 0,1 1,-1-1,0-17,-34-1,16 19,1-19,-36 1,54 18,-19-1,19 0,-1 18,-17 0,17 0,-17 0,0 36,-1-1,1 35,0 1,17 17,1 36,-1-19,0-16,1 16,17-52,0 36,0-36,0-1,0-34,17 35,1-18,0 18,-1-35,19-1,-19 19,1-19,-18 1,17 0,1-1,17 19,1-19,-1 18,-17-17,52 0,-17-1,0 1,-18 0,1-18,-1 17</inkml:trace>
  <inkml:trace contextRef="#ctx0" brushRef="#br0" timeOffset="98723.5156">19897 11395,'-18'17,"-17"54,-18 35,-18-18,18 18,-17 0,35-36,-18 18,35-52,18-1,0-17,18-18,-1 0,19 0,16 0,37 0,-19-18,18 0,-17 18,-18-35,-18 35,-17 0,-1 0,-17-18,0 1,0-1,0 0,0 1</inkml:trace>
  <inkml:trace contextRef="#ctx0" brushRef="#br0" timeOffset="99076.3726">19879 11783,'18'0,"-1"0,-17 35,18 36,-18-18,0 17,18 1,-18-1,0-35,0 18,0 0,0-17,0-19,0 1,0-1,-18-17,0 18,1-18,34-53,54-106,-54 71,19-53,-1 0</inkml:trace>
  <inkml:trace contextRef="#ctx0" brushRef="#br0" timeOffset="99481.5996">20108 9878,'0'35,"18"36,-18 17,18 18,-18 17,0-35,0 36,0-36,0-17,0-19,0 1,0 0,0-35,0 0,0-1,0 1,-18-1,18 1,0 0,0-1</inkml:trace>
  <inkml:trace contextRef="#ctx0" brushRef="#br0" timeOffset="99933.5765">20567 10301,'-53'0,"0"18,18 17,-36 0,18 1,18-36,0 17,35 18,-18-35,18 18,0 0,0-1,18 1,-1 17,19 1,-19-1,1 0,0 0,17 1,0-1,0-35,-17 35,0-17,17-18,-35 18,-18-18</inkml:trace>
  <inkml:trace contextRef="#ctx0" brushRef="#br0" timeOffset="100224.6656">20637 11007,'0'17,"-17"19,17-1,0 0,0 18,35 71,18-1</inkml:trace>
  <inkml:trace contextRef="#ctx0" brushRef="#br0" timeOffset="100954.8356">21519 11395,'71'0,"17"17,-35 1,18 17,-18-17,-18 17,0-17,-17-18,-1 17,-17 1,0 17,-17 1,-1-19,-35 19,18-1,-18-18,-35 19,53-36,17 0,0 0,18 17,18-17,0 0,-1 0,18-17,-17 17,17 0,1 0,-1 17,-17 1,17 0,-35-1,0 1,17 0,-17-1,0 1,0 0,0 17,0-18,-17 1,-18 17,-1-17,36 0,-35-18,0 17,-1 1,1-18,-18 0,36 0,-1 0,-17 0,17-18,-17-52</inkml:trace>
  <inkml:trace contextRef="#ctx0" brushRef="#br0" timeOffset="101325.6125">21449 11254,'18'-18,"-1"18,1 0,-1 0,1 0,53-18,-1 18,18 0,1 0,16 18,-69 0,17-18,-18 0,-17 17,-36 1,0 0,18-1</inkml:trace>
  <inkml:trace contextRef="#ctx0" brushRef="#br0" timeOffset="101850.3812">21537 10530,'18'-17,"-1"-1,1 18,0-18,-1 18,1 0,35 0,0 18,0-18,17 35,-52-17,-1 17,1-17,0-18,-18 18,0-1,0 1,0 17,0 0,0-17,-36 0,19 17,-36 18,0-18,18-17,-1-18,19 0,34 0,1 0,0 0,-1 0,1 0,0 0,17 0,0 35,18-17,0-18,18 17,-1 1,1-18,17 18,0-18,-35 0</inkml:trace>
  <inkml:trace contextRef="#ctx0" brushRef="#br0" timeOffset="102143.367">22419 10866,'18'0,"-1"0,54 70,-36 1,0 34,1-34,-19 0,1-1,-18 18,0 1,0 34,-53-17,18-36,-18 1,18 17,-18-70,0 17,-18 0,36-17,-36 17,18-35</inkml:trace>
  <inkml:trace contextRef="#ctx0" brushRef="#br0" timeOffset="102523.1532">21272 11007,'0'0,"-35"0,35 35,0 53,0 36,35-1,-17 1,35-36,-53-18,35-17,-17 0,0 0,17-35,-17 35,17 0,18-1,17-16,1-1,17-35,53 0,18-35,53-36,-18-17</inkml:trace>
  <inkml:trace contextRef="#ctx0" brushRef="#br0" timeOffset="102906.0906">22684 10072,'17'35,"1"0,0 18,-1 35,18-17,-17 35,-18-53,0 70,0-52,0-18,0 17,0-17,-18-18,18-17,0 0,-17-18,-1 17,18 1,0 0,18-54,35-34,0-36</inkml:trace>
  <inkml:trace contextRef="#ctx0" brushRef="#br0" timeOffset="103297.8186">23036 10231,'-35'17,"-35"18,-1 1,18-19,18 19,35-19,-18 1,18 0,18-1,-1 1,-17-1,36 19,-1 17,0-18,1 0,-19-35,1 36,-1-36,1 17,-18 1,-18-18</inkml:trace>
  <inkml:trace contextRef="#ctx0" brushRef="#br0" timeOffset="103717.665">22966 11112,'17'0,"-17"-17,18 17,0 0,-1 0,1 0</inkml:trace>
  <inkml:trace contextRef="#ctx0" brushRef="#br0" timeOffset="106252.7906">23671 11553,'18'0,"0"-17,-1 17,1 0,0-18,-1 18,1 0,-1 0,19 18,-1-1,-17 1,17 0,-17-18,-1 0,-17 17,0 1,18-18,-18 18,0-1,0 1,0 0,0 17,-18-18,1 1,-19 0,-17 17,0-17,18 17,-18-35,36 0,34 0,1 0,35 0,0 0,35 0,-17 0,-1 0,-35 0,1 0,-1 0,-35 18,18-1,-18 1,0 0,0-1,0 1,-36-1,1 36,0-17,-1-1,1-17,0 17,-18-18,35 1,-17 0,17-18,1 0,-1 0,0 0,1 0,-36-36,-35-52,35 0</inkml:trace>
  <inkml:trace contextRef="#ctx0" brushRef="#br0" timeOffset="106671.061">23530 11289,'18'0,"0"0,17 0,-18 0,19 0,-1 0,0 0,18 0,-35 0,17 0,-17 0,-1 0,1 0,0 0,-1 0,1 0</inkml:trace>
  <inkml:trace contextRef="#ctx0" brushRef="#br0" timeOffset="106969.6994">23848 10795,'0'53,"17"0,-17-18,0 18,18-18,-18 1,0-1,0-18,0 1,0 0</inkml:trace>
  <inkml:trace contextRef="#ctx0" brushRef="#br0" timeOffset="107313.7918">24342 10672,'0'52,"35"-16,0 70,-17-36,17 18,-17-17,-1 17,-17-17,18-1,-18 1,0-1,0-17,0 0,0 0,0-18,-18 1,18-1,-17-18,-19 1,19 0,-1-1,1-17,-19 18,19-18,-19 0</inkml:trace>
  <inkml:trace contextRef="#ctx0" brushRef="#br0" timeOffset="107736.8578">23230 10989,'0'0,"0"35,-35 18,35 0,0 35,18 18,35 53,-18-71,0 0,36 0,-54-35,19 0,-1-17,0-1,-17-17,0-18,-1 35,1-18,-1-17,-17 18,18 0,35-18,0 0,53-36</inkml:trace>
  <inkml:trace contextRef="#ctx0" brushRef="#br0" timeOffset="108347.2676">24130 9878,'-18'35,"-17"36,0-1,17-17,1 0,-1-35,18 17,0-17,0-1,0 1,35-18,0 17,18 1,0-18,18 0,17 0,-17 0,-1 0,-52 0,17 0,-17 0,-36 0,0 0</inkml:trace>
  <inkml:trace contextRef="#ctx0" brushRef="#br0" timeOffset="108627.8836">24042 9913,'35'71,"0"-36,-17 35,17 1,-17 35,-18-36,18-34,-1 17,-17-1,0-16,0-19,0 1,0 0</inkml:trace>
  <inkml:trace contextRef="#ctx0" brushRef="#br0" timeOffset="108932.7471">24377 10178,'18'0,"-1"0,18 0,-17 0,35 0,-18 0,1 0,-1 0,-17 0,-1 0,1 0</inkml:trace>
  <inkml:trace contextRef="#ctx0" brushRef="#br0" timeOffset="109236.9131">24924 9825,'0'53,"0"17,0 19,0-19,0 18,0 0,0-35,0 18,0-36,0 0,0-17,0 0,0-1,0 1,35-71</inkml:trace>
  <inkml:trace contextRef="#ctx0" brushRef="#br0" timeOffset="113132.118">1905 13776,'0'35,"18"53,17 36,0 35,-35-18,0 18,0-36,0-17,0 17,0-35,0-17,0-18,0-35,0-1,18 1,-18 0,-18-18,18 17</inkml:trace>
  <inkml:trace contextRef="#ctx0" brushRef="#br0" timeOffset="113599.4916">1976 13617,'17'0,"1"0,-1-17,36 34,0 1,18 35,-18-18,-36 18,19-18,-1 1,-17-19,-1 18,-17-17,0 0,0-1,0 36,0-17,0 16,-35 1,-18 0,-18 0,-17 0,35-18,18-17,17 0,1-1,-1-17,18 36</inkml:trace>
  <inkml:trace contextRef="#ctx0" brushRef="#br0" timeOffset="114153.5659">2928 13229,'-18'0,"1"0,-1 0,-35 35,0 1,36-1,-19 18,1-35,35 17,-18 0,18-17,0-1,0 1,0 0,18 17,17 18,1-18,-1 18,0 0,0 0,-17-18,0-35,-18 18,0-1,0 1,-18 17,18-17,-35 17,17-17,-17 0,17-1,-17 1,17-1,18 1</inkml:trace>
  <inkml:trace contextRef="#ctx0" brushRef="#br0" timeOffset="114435.0288">2734 14111,'0'18,"0"35,18 35,-18-18,0 19,0-19,0-35,0 18,0 0,-18 18,0-54,1 19,17-19,-18-17,18 18,0 0,0-1,0-34</inkml:trace>
  <inkml:trace contextRef="#ctx0" brushRef="#br0" timeOffset="114804.5861">3034 13564,'18'-17,"-1"17,1 17,35 19,-18 16,0-34,-17 17,0-17,-18 0,0-1,0 1,0 0,0 35,17-18,18 0,1 0,17-35,70 0</inkml:trace>
  <inkml:trace contextRef="#ctx0" brushRef="#br0" timeOffset="115036.7343">3863 13723,'-18'18,"1"-18,17 35,-36-17,-17 35,1 17,-37-17,-34 18,17 17,0-53,71 0,0-17,17 0,0-18</inkml:trace>
  <inkml:trace contextRef="#ctx0" brushRef="#br0" timeOffset="115412.2664">3369 14217,'18'123,"17"36,-35-18,18-17,-18-54,0 36,0-35,0-1,0-34,17-1,-17 0,18-17,-18-1,0 1,0 0,17-18</inkml:trace>
  <inkml:trace contextRef="#ctx0" brushRef="#br0" timeOffset="115950.0188">4251 13952,'0'-17,"18"17,-1 0,1 0,-18-18,18 18,17 18,18 17,0 0,17 1,-35-1,-17-35,0 0,-18 17,0 1,0 0,-18 17,-17 0,-18-17,18 17,-18 0,-18 1,18-1,-17 0,34-17,19 0,-1-18,0 0,1 0,17 17,0 1,0 0</inkml:trace>
  <inkml:trace contextRef="#ctx0" brushRef="#br0" timeOffset="116341.313">4621 14570,'-53'0,"18"35,18-17,-19-1,-17 1,36 0,-1-1,0 1,1-18,17 17,-18-17,18 18</inkml:trace>
  <inkml:trace contextRef="#ctx0" brushRef="#br0" timeOffset="116763.7546">4974 14041,'0'0,"18"0,-1 17,19 36,-19 88,1-17,-18-18,18-36,-18 18,0-17,0-18,0-36,0 1,0 17,0-17,-18 0,0-18,18 17,-17-17</inkml:trace>
  <inkml:trace contextRef="#ctx0" brushRef="#br0" timeOffset="117497.4706">5468 13423,'18'0,"-1"0,1 0,0 0,35 0,-36 18,18-1,18-17,-53 18,36 0,-19-18,-17 17,0 1,0 0,0-1,0 1,0 0,-35-1,17 18,1 1,-19-1,1 0,0-17,35 0,0-1,0 1,18-18,-1 0,1 0,-1 18,19-1,-1 1,0 17,1-17,16-18,1 0,18 17,-36-17,0 0,-17 0</inkml:trace>
  <inkml:trace contextRef="#ctx0" brushRef="#br0" timeOffset="117866.7294">5944 14023,'0'0,"0"18,18 34,0 1,-1 18,18 17,-35-17,18 17,0 35,-18-70,17 18,-17-18,18-18,-18 0,18 1,-18-19,0 1,-18-18,0 17,1-17,17 18</inkml:trace>
  <inkml:trace contextRef="#ctx0" brushRef="#br0" timeOffset="118390.8574">6597 14076,'0'0,"18"0,-18-18,17 18,1 0,-1 0,1 0,35 0,0 0,-18 0,1 18,-19-1,1 1,-1-18,-17 35,0-17</inkml:trace>
  <inkml:trace contextRef="#ctx0" brushRef="#br0" timeOffset="118805.4531">6597 14270,'18'0,"34"17,1 1,0 17,-35-17,17-18,1 0,-19 18,1-18,-1 0,1 0,0 0,-1 0,1 0,0 0,-1 0,-17-18,18 0,0 18,-18-17,17 17,1 0</inkml:trace>
  <inkml:trace contextRef="#ctx0" brushRef="#br0" timeOffset="121851.3555">8096 13600,'18'0,"0"35,17 35,0 1,0 35,-35-36,36 19,-36-19,17 18,1 0,-18-17,0-18,18-18,-18-17,0 0,17-18,1 0</inkml:trace>
  <inkml:trace contextRef="#ctx0" brushRef="#br0" timeOffset="122305.4">8678 13970,'18'0,"0"0,-1 0,1 0,0 0,17 0,-18 0,19 0,-1 0,18 0,0 0,-18 0,18 0,-18 0,-17 0</inkml:trace>
  <inkml:trace contextRef="#ctx0" brushRef="#br0" timeOffset="122659.3439">9666 13564,'18'106,"-1"-18,1 36,0-1,-1 1,1-1,-18 1,0-1,0-70,0 0,0-18,0-17,0 0,0-1,0 1,-18-18,18 17,-17-17,-1 0,0 0</inkml:trace>
  <inkml:trace contextRef="#ctx0" brushRef="#br0" timeOffset="123103.6114">9560 13476,'18'0,"17"0,-17 0,-1 18,36-1,-17 19,-1-19,-17 1,-18 0,17-18,-17 35,35 18,-35-18,36 36,-36-18,0-1,0-34,0 17,0-17,0 0,-18-1,0 1,1 0,-1-18,1 17,-19 1</inkml:trace>
  <inkml:trace contextRef="#ctx0" brushRef="#br0" timeOffset="123861.9009">10724 12982,'-17'0,"-1"0,-35 18,18-1,-18 1,35 17,1-17,-1 0,18-1,0 19,0-19,0 19,35-19,-35 18,36-17,-1 17,0-17,-17 0,-18-1,0 1,0 0,0 17,0 0,-35 18,-1 18,-34-19,-1 1,-17 18,70-71,1 18,34-18,19 17,17 54,-1 70,1-18,-17 1,-19-1,1-34,-18 16,0-16,0-1,0-18,0-34,0-1,0 0,0-17,-18-1,1-17,17 18,-18-18,-17 18,35-71,53-53,0-35</inkml:trace>
  <inkml:trace contextRef="#ctx0" brushRef="#br0" timeOffset="124277.2679">11024 13635,'18'0,"0"0,-1 0,1 0,-1 0,1 0,-18 17,18 1,-1 17,1 18,17 0,18 0,-17-35,16 17</inkml:trace>
  <inkml:trace contextRef="#ctx0" brushRef="#br0" timeOffset="124533.8925">11642 13688,'-18'0,"18"35,-35-17,35-1,-36 19,1-1,-18 0,18 0,-18 18,18-53,35 18,-18-18</inkml:trace>
  <inkml:trace contextRef="#ctx0" brushRef="#br0" timeOffset="124816.3346">11359 13899,'0'0,"0"53,18 0,17 71,-17 34,-18-16,0-19,0 1,0-36,0-18,0 1,0-36,0 18,0-18,-18-17,1 0,17 17,-18 0,18-17,18 17,17-35</inkml:trace>
  <inkml:trace contextRef="#ctx0" brushRef="#br0" timeOffset="125183.1685">11695 14287,'17'0,"1"0,-18-17,17 17,-17-18,18 18,0 0,35 0,-18 0,0 18,-17-18,17 0,-17 17,-18 1</inkml:trace>
  <inkml:trace contextRef="#ctx0" brushRef="#br0" timeOffset="125433.5055">11571 14587,'0'-17,"18"17,-1 0,1 0,0 0,17 0,-17 17,17-17,0 18,-17-18,35 18,17-1,1 1,-36-18,53 0,-17 0</inkml:trace>
  <inkml:trace contextRef="#ctx0" brushRef="#br0" timeOffset="125771.3799">12365 14270,'17'35,"-17"36,0-1,0 18,18-52,-18 17,18 0,-18-36,0 1,17-1,-17 1,18-53,88-18,-36 0,-34 0,-1 0,0-17,-35-1</inkml:trace>
  <inkml:trace contextRef="#ctx0" brushRef="#br0" timeOffset="125963.8995">12612 14146,'-18'0,"1"0,-1 36,0-1,1-35,17 35,0-17,-18-18,0 0,18 17,-17-17</inkml:trace>
  <inkml:trace contextRef="#ctx0" brushRef="#br0" timeOffset="126700.9798">12700 13035,'0'0,"18"0,17 0,35 0,19 35,69 54,-52-19,0-17,-35-18,17 36,-71-53,19 17,-19-18,-17 1,0 17,0-17,0 0,-17-1,-1 1,-17 0,-18 17,18-18,-18 1,0 0,35-1,36-17,-1 0,36 36,-35-1,17 0,18-17,0 17,18 18,-1-35,1 17,35 18,-36-35,-70-1,-17-17,17 18,-18-18</inkml:trace>
  <inkml:trace contextRef="#ctx0" brushRef="#br0" timeOffset="126995.2125">13511 14058,'0'18,"0"52,18 19,35 34,-35 1,17 17,-35-36,17 1,1-35,-18-18,18 0,-18 0,0-36,17 19,-17-1,0-18,0 19,0-19,0 1,0 0,0-1,0 1,-17-18,-1 0,18 18,0-1,-18-17,1 0</inkml:trace>
  <inkml:trace contextRef="#ctx0" brushRef="#br0" timeOffset="127559.6274">14235 14270,'17'0,"1"0,-1-18,1 18,0 0,-18-17,17 17,1 0,0 0,-1 0,1 0,35 0,0 0,0 17,-18 1,18-18,0 0,-36 17,19-17</inkml:trace>
  <inkml:trace contextRef="#ctx0" brushRef="#br0" timeOffset="128075.6515">13776 14693,'18'0,"-18"-17,17 17,1 0,-18-18,35 18,-17 0,17 0,36 0,-18 0,-1 18,1-18,-17 0,-19 0,19 17,-19-17,1 0,-1 0,-17-17,0-1</inkml:trace>
  <inkml:trace contextRef="#ctx0" brushRef="#br0" timeOffset="131123.1069">15681 13864,'18'35,"-1"1,1 17,17 0,-35 17,18-35,-18 18,17 0,1 18,0-1,-1-17,-17 0,18 18,-18-18,18-36,-18 36,17-18,1 1,-18-19,0 1,0 0,0-1,0 1,0 0,0-1</inkml:trace>
  <inkml:trace contextRef="#ctx0" brushRef="#br0" timeOffset="131593.8338">16263 14358,'18'0,"-1"0,-17-18,18 18,17 0,-35-17,53 17,18 0,-18 0,0-18,-1 18,1-18,0 18,18-17,-36 17,0 0,-17 0,0 0</inkml:trace>
  <inkml:trace contextRef="#ctx0" brushRef="#br0" timeOffset="132516.1386">18186 14446,'0'0,"17"0,19 0,-1 0,18 0,35 0,-17 18,-1 0,18-1,-35 1,-18-18,-17 17,0 1,-1 0,-17-1,0 1,0 0,-17-1,-1 1,-17 0,-18-1,35 1,-17-1,17 1,36-18,17 0,1 0,34 18,36 17,-35-17,17 35,-35-53,0 35,-1-18,-16 19,-19-19,1 19,0-19,-18 1,0 0,-18-1,18 1,-18 17,-17 0,0-17,17 0,1-1,-19 1,1 0,17-1,1-17,-1 18,0-18,1 0,-1 0,-17-18,-18-70,18 18,-18-19</inkml:trace>
  <inkml:trace contextRef="#ctx0" brushRef="#br0" timeOffset="132978.5981">18009 14111,'18'0,"17"-18,18 1,0 17,53 0,17 0,-17 0,0 0,-18 0,0 0,-17 0,0 17,-36-17,0 18,0-18,-35 18,0-1</inkml:trace>
  <inkml:trace contextRef="#ctx0" brushRef="#br0" timeOffset="133303.8907">18486 13247,'0'0,"35"35,0 36,-17-1,17 1,-17-1,-1 1,-17-18,18 17,-18-52,0 35,0-35,0-1,0 1,0-1,18 1,-18 0,0-1</inkml:trace>
  <inkml:trace contextRef="#ctx0" brushRef="#br0" timeOffset="134057.4844">17815 13423,'-17'35,"-19"36,19 0,-1 17,18 0,0 18,0 17,35-35,1-17,-1 0,18 17,-18-35,18 17,-18-34,18-1,-18 0,1 0,-36 1,17-36,19 17,-36 1,17 0,1-1,17 18,1-17,69 0,-16-1,34-17,36-53,0-35</inkml:trace>
  <inkml:trace contextRef="#ctx0" brushRef="#br0" timeOffset="134401.234">19456 13388,'0'0,"123"141,-17 35,17 1,-52-18,-18-36,0 0,-18 1,-17 35,-1-71,-17-18,0 1,0-18,0-18,0 0,0-17,-17 0,-1-1,18 1,-18 0,-17-1,18-17,17-141,52-123</inkml:trace>
  <inkml:trace contextRef="#ctx0" brushRef="#br0" timeOffset="134843.9885">20479 13088,'-18'18,"0"17,1-17,-18 35,17 17,-17 1,17 34,0-69,18 34,0-34,18-36,0 35,-18-18,35-17,-17 0,17 18,0-18,0 0,36 0,-18 0,0-18,-53 1,17-1,-17 1,0-1</inkml:trace>
  <inkml:trace contextRef="#ctx0" brushRef="#br0" timeOffset="135142.976">20585 13406,'0'17,"0"36,0 18,0-18,0-1,0 19,0-18,17-18,-17 18,0 0,0-35,0 35,0-36,0 1,0 0,0-1,0 1,0 17,0 0,0 18,0-17,53-1,-18-18,18-17</inkml:trace>
  <inkml:trace contextRef="#ctx0" brushRef="#br0" timeOffset="135712.8638">21184 13758,'0'-17,"18"17,0 0,-1-18,1 18,-1 0,1-18,0 18,17 0,-17 0,17 0,18 0,-35 0,-1 0,18 0,-17 0,0 18</inkml:trace>
  <inkml:trace contextRef="#ctx0" brushRef="#br0" timeOffset="136064.08">20849 14076,'18'0,"-1"0,1 0,0 0,17 0,18 0,-18 0,0 17,18 1,18 0,-18-1,-18 1,36 0,-18-18,-18 17,-17 1,-1-18,1 0,-18 18,0-1</inkml:trace>
  <inkml:trace contextRef="#ctx0" brushRef="#br0" timeOffset="136854.4916">22913 14764,'18'0,"-1"-18,18-35,-17 18,35-71,-18 53,1-17,-19 34,1-34,-18 17,0 0,-35 18,17-1,-17-17,-1 36,1-18,0 35,17 0,18-18,-17 71,-1 0,18-18,0 18,0 0,18 0,-1-18,1 36,17-18,0 17,1-17,-1 18,0-19,-17-34,-1 35,-17-35,0-1,0 1,0 0,0-1,0 1,-17 17,-18-17,-1-1,19 1,-1 0,0-18,1 0,-1 17,0-17,-17 0,0-53,0 0,35 1,0 16,0 19,35-19,-17 1,17-18,0 18,36 0,17-1,0 1,0-18,-35 36,0-19,-18 1,1 0,-1-1</inkml:trace>
  <inkml:trace contextRef="#ctx0" brushRef="#br0" timeOffset="137174.0827">23601 14182,'0'0,"17"70,1 18,-18-17,18 17,-18-17,0 17,17 18,1-18,-18 0,0-17,0-1,0-34,18-1,-18 0,17-35,-17 18,0-1,-17 1,-1-18,0 0</inkml:trace>
  <inkml:trace contextRef="#ctx0" brushRef="#br0" timeOffset="137572.4851">22313 13741,'0'0,"35"0,18 0,88 0,36 17,-54-17,1 18,-1 17,-17-17,-53-18,0 0,-18 18,-17-18,0 0,-1 0,1 0,-1 0,1 0</inkml:trace>
  <inkml:trace contextRef="#ctx0" brushRef="#br0" timeOffset="138753.8799">22878 13423,'17'-17,"1"17,0-18,-1 0,1-17,-1-18,1-17,0 17,-18 0,0-36,0 37,0-1,0 17,0 1,-18 0,-17 17,17 18,-17-17,17-1,-17 0,-18 18,18 0,-18 0,0 0,35 0,18 18,0 0,0-1,0 36,36 0,-1 0,53 17,-17-17,-18 0,-1 0,1-17,-17-1,-19 0,1-17,0-18,-18 17,0 1,0 0,0-1,0 1,-18-18,0 35,1-17,-19-1,19-17,-1 0,0 18,1-18,-1 18,-17-18,-36-88,18-54,36 54,17 18,17-1,54 18,-18 0,53 18,17 17,-52 1,-1 17,-17 0,-35 0,17 0,-35 17,18 1,-1-18,-17 18,0-1,0 1,18 17,0 18,-18-35,17 35,1-18,0-17,-1 17,-17-17,18-18,0 17,-1-17,36-53,0 0,-35 18,-1 0,-17-1,0 1,0 0,0 0,-17-1,-19 1,19 17,-1 18,0 0,1 0,-1 0,1 0,-1 0,0 0,1 0,-1 0,18 18</inkml:trace>
  <inkml:trace contextRef="#ctx0" brushRef="#br0" timeOffset="139963.0049">2946 12418,'17'0,"36"0,35 0,124 0,141 0,88 0,282 0,106 0,124 0,193 0,-17 0,-177 0,-175 0,-142 70,-212-34,-176-36,-159 17,-35-17,-53 18</inkml:trace>
  <inkml:trace contextRef="#ctx0" brushRef="#br0" timeOffset="140925.4547">6544 8978,'0'71,"0"35,0-18,0 53,-18-18,1-17,-1-18,18-17,-18-1,18-34,-17-1,17 0,0-17,0 0</inkml:trace>
  <inkml:trace contextRef="#ctx0" brushRef="#br0" timeOffset="141341.6255">7320 8925,'-35'53,"17"18,1 52,17 1,-36-1,36 1,0-36,0 0,0 0,0-35,0-18,0-17,0 0,0-1,0 1,0 0,-17-18</inkml:trace>
  <inkml:trace contextRef="#ctx0" brushRef="#br0" timeOffset="142178.5283">5891 9596,'18'0,"35"35,17 35,36 19,-35 16,-18-34,0 17,-18-35,0-35,-17 17,0-35,-18 18,52-18,72-53,88-18,-1 1,1-1,0-17,-54 35,-34 0,-54 18,-34 35,-36-18,17 18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15:50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2187 1111,'0'18,"0"17,18 71,-18-53,0 35,0-17,0 34,0 1,-18-17,1-1,-1-18,18 1,0-18,-18-36,18 19,0-19,18-70</inkml:trace>
  <inkml:trace contextRef="#ctx0" brushRef="#br0" timeOffset="647.3876">2681 952,'35'0,"-35"-17,18 17,0 0,35 0,-1 0,-16 0,17 17,0 1,-36-18,19 18,-19-18,-17 17,0 36,-17 0,-1 71,18-1,-18 36,18-18,-35-17,17-1,18-35,0-17,0-18,0-36,0 19,0-1,0-18,0 1,-17-18</inkml:trace>
  <inkml:trace contextRef="#ctx0" brushRef="#br0" timeOffset="929.3853">3369 2011,'0'17,"0"1,0 0,18-1,-18 19,0-19,0 1,0 0,0-1,0 1,17-1,19 1</inkml:trace>
  <inkml:trace contextRef="#ctx0" brushRef="#br0" timeOffset="1443.8639">5750 1005,'53'89,"53"16,-35 19,-19-18,1-36,18 36,-53-35,17-1,0-17,-17 0,-1-35,-17-1,0 1,18-18</inkml:trace>
  <inkml:trace contextRef="#ctx0" brushRef="#br0" timeOffset="1733.6914">6421 1358,'0'18,"-36"-1,-17 19,0-1,18 0,-53 36,17-36,1 18,-36 0,53-18,0 1,18-19,17 1,18-1</inkml:trace>
  <inkml:trace contextRef="#ctx0" brushRef="#br0" timeOffset="2242.2718">4057 2152,'18'0,"34"0,54 18,88-1,71 1,17 35,36-53,105 53,300-53,-123 0,70 35,53 0,71-35,-141 0,-212 36,-141 16,-106-34,0 0,-106-1,-53-17,-17 0,-1 18,1-18</inkml:trace>
  <inkml:trace contextRef="#ctx0" brushRef="#br0" timeOffset="2853.9606">7161 917,'-35'106,"-18"35,36 106,17-18,-53 71,35-18,-35 18,35-35,-34-18,-1-18,0 18,17-70,19-54,17-35,-18 18,18-53,18-18,-18-17,17-18,-17 17,0 1</inkml:trace>
  <inkml:trace contextRef="#ctx0" brushRef="#br0" timeOffset="3221.3584">6138 3210,'-17'36,"17"52,0 0,0 35,0 1,0-18,-18 0,0-36,18-35,0 1,0-1,0-17</inkml:trace>
  <inkml:trace contextRef="#ctx0" brushRef="#br0" timeOffset="3719.8406">5786 2910,'0'0,"35"0,0 0,18 0,0 0,-18 0,18 18,0 0,-18-1,-17 19,0-19,-1-17,1 18,-18 0,18-1,-1-17,1 35,-1 1,-17-19,18 19,-18 17,18-18,-18 18,0 0,0-18,-18 18,0 0,18-18,-35-17,18 17,-19 0,-17 1,18-19,17-17,1 0,-1 0,-17-35</inkml:trace>
  <inkml:trace contextRef="#ctx0" brushRef="#br0" timeOffset="4430.5868">8290 1341,'-17'17,"-1"18,-35 36,0-18,18 17,0-17,35 0,-18-17,18-19,0 1,18 0,-1-18,-17 17,53-17,-35 0,35 0,17 18,1-18,35 0,-18 0,35 0,-87 0,17 0,-36 0</inkml:trace>
  <inkml:trace contextRef="#ctx0" brushRef="#br0" timeOffset="4767.4629">8608 1517,'-18'18,"-17"70,17 18,1 17,17-35,-18-17,18-1,-18-17,18 0,0-18,0-17,0 0,36-18</inkml:trace>
  <inkml:trace contextRef="#ctx0" brushRef="#br0" timeOffset="6187.9304">10795 1658,'18'0,"-1"-18,1 18,0-17,-1-19,-17-16,18-1,-18 35,0-17,0-1,0 19,-18-1,1 18,-1-17,0-1,1 18,-1-18,0 18,1 0,-1 0,0 0,-17 0,18 0,-1 0,18 18,-18 0,18-1,0 1,0-1,0 19,0-19,0 1,36 17,-19-17,18 17,-17 18,17-18,1 1,34 34,-17-34,0-1,-18 0,-17 0,17 1,0-19,-17 1,17 17,-35-17,18-1,-18 1,0 0,0-1,0 1,-18-18,1 0,-1 0,0 0,1 0,-18 0,-1-18,1 1,35-1,-18 18,-17-18,17 1,1-18,-1 17,18 0,0-17,0 0,-17-18,17 35,0-17,0-18,35 18,0-1,0-17,18 1,-17 16,-19 1,18 35,-17-18,-18 1,18 17,-1-18</inkml:trace>
  <inkml:trace contextRef="#ctx0" brushRef="#br0" timeOffset="7557.2548">7302 3792,'0'18,"0"17,18 18,0-18,-1 1,1-1,0-17,17-18,-17 0,-1 0,19 0,-1-18,18-35,17-35,-17 35,-18 18,1-36,-19 18,-17 18,0 17,0 1,0-1,-35 18,17 0,1 0,-1 0,1 0,-1 0,0 0,1 0,-1 18,0-18,1 0,-1 0,18 17</inkml:trace>
  <inkml:trace contextRef="#ctx0" brushRef="#br0" timeOffset="7847.364">7902 3739,'0'18,"18"17,35 36,-18 17,-17-53,17 18,-17-17,-18-1,17 0,1-17,-18-1,18-17,-18 36,0-19,17 36</inkml:trace>
  <inkml:trace contextRef="#ctx0" brushRef="#br0" timeOffset="8776.3463">8908 3969,'17'0,"-17"-18,0 0,0 1,-17-18,17-18,0 35,-18-35,0 0,-17-17,17 17,-17 35,0-35,0 0,-18 0,17 18,-17-18,18 35,0 1,17-1,1 18,-1-17,0 17,18 17,-17 54,17-18,0 17,17-17,-17 0,18 0,0 0,17-18,0 18,0-18,18 18,-17 0,17-18,0 1,-1-19,-16 19,-19-19,19 1,-36 0,35-18,-35 17,0 1,18-1,-18 1,0 0,0-1,0 1,-18-18,0 18,1-1,-1-17,-17 18,17-18,-17 0,17 0,1 0,-1 0,18-18,0 1,-18 17,18-18,0 0,0 1,0-1,0 0,18 1,0-18,17-18,-18 53,1-36,0 19,-1-1,-17 0,18 18</inkml:trace>
  <inkml:trace contextRef="#ctx0" brushRef="#br0" timeOffset="9480.9574">10724 3616,'0'18,"0"-1,-17 19,17-1,0-18,0 19,0 17,17 0,1-53,0 17,-18 1,17-18,-17 17,18-17,-18 18,0-36,35-17,-17-18,-18 0,18 18,-18 17,0-34,0 34,-18 0,0 1,1 17,-19 0,36-18,-17 18,-1-18,0 18,1 0</inkml:trace>
  <inkml:trace contextRef="#ctx0" brushRef="#br0" timeOffset="9761.7571">11201 3757,'17'18,"1"17,-18 0,35-17,-17 17,0-17,-18-1,0 1,0 0,-18-18,0 35</inkml:trace>
  <inkml:trace contextRef="#ctx0" brushRef="#br0" timeOffset="10301.1647">11324 3422,'53'0,"-18"0,18 35,0-17,-18-1,1 1,-19 17,19-17,-19-18,1 18,-18-1,18 1,-18 0,0 17,0 0,0 0,-18 36,-17-18,-18 17,0-17,18-35,35 0,-18-18,53 0,0 0,1 17,-1 1,18 0,-18-1,0-17,18 18,0-1,-35-17,0 0,-1 0,1 18,0-18,-1 18,54-18,87-36,54 1</inkml:trace>
  <inkml:trace contextRef="#ctx0" brushRef="#br0" timeOffset="10801.1534">14958 1041,'0'0,"35"53,18 17,0-17,-18 0,0-18,1-17,-19 17,19 0,-19 1,1-36,0 35,-1-17,18-1,1 1</inkml:trace>
  <inkml:trace contextRef="#ctx0" brushRef="#br0" timeOffset="11034.6636">15663 1147,'0'17,"-35"1,0-1,-1 19,-34-1,17 18,-18-18,19 0,16-17,1 0,17-1,1-17,-1 0</inkml:trace>
  <inkml:trace contextRef="#ctx0" brushRef="#br0" timeOffset="11677.5363">15258 1482,'0'0,"35"70,0-17,-17 18,-1-1,-17-52,0 35,0-18,0-17,0-1,0 19,0-19,0 1,0 0,18-18,0 35,-1-18,-17 1,18 17,0-17,-1 0,1 17,-18-17,0-1,18 1,-18-1,0 1,0 0,17 17,-17 0,0 1,0-1,0-17,0 17,-17 18</inkml:trace>
  <inkml:trace contextRef="#ctx0" brushRef="#br0" timeOffset="12247.5469">14623 2293,'35'0,"18"0,0 18,88 17,88 18,36-35,35 34,-1-16,19-19,-18 1,53-18,-36 0,36 0,-36 0,36 0,-53 0,-71 0,18 0,-53 0,18 0,0 0,-18 0,17 0,-17 0,18 0,-53 0,-18 0,-18 0,-34 0,-37 0,1 0,-17 0,-19 0,-17-18,-17-17</inkml:trace>
  <inkml:trace contextRef="#ctx0" brushRef="#br0" timeOffset="12851.5453">15928 847,'0'53,"35"52,0 19,-17 17,-18 18,0 35,-18 53,-17 17,0-34,17-19,-35 1,36-36,-1 18,0-53,18-17,0-36,0-17,0-54,0 1,0 0,0-1,0 1,-17 0,-1-18</inkml:trace>
  <inkml:trace contextRef="#ctx0" brushRef="#br0" timeOffset="13271.7451">14658 2681,'18'0,"17"71,-18-1,36 54,-35 87,0-87,-18-1,0 1,0-1,-18-35,0-17,1 0,17-36,0-18,0 1,0 0</inkml:trace>
  <inkml:trace contextRef="#ctx0" brushRef="#br0" timeOffset="14051.3709">14482 2857,'17'0,"1"0,-1 0,1 0,0 0,35 0,17 0,18 18,-17-18,17 18,-17-1,-54-17,19 0,-19 0,-17 18,0 0,0-1,0 19,0-19,-17 1,-1 35,18-18,-18-17,1 17,-1 0,0-17,1 17,-19 0,36-17,-35 0,0-1,17 1,1 0,-1-18,0 0,1 0,-1 0</inkml:trace>
  <inkml:trace contextRef="#ctx0" brushRef="#br0" timeOffset="15850.0393">16334 1429,'17'0,"36"0,53 35,-35 36,34-54,-52 18,-17-35,-1 18,-18-18,-17 18,0-1,-17 19,17-19,-18 1,-17 0,0-1,35 1,17-18,36 0,-18 18,36-18,0 17,-1-17,-35 0,1 0,-19 0,-17 18</inkml:trace>
  <inkml:trace contextRef="#ctx0" brushRef="#br0" timeOffset="16773.2817">18715 1235,'17'0,"1"0,17 0,-17 0,17 17,1 1,-36 0,35-1,-17-17,-18 36,17-19,1 1,-18 35,0 0,-35-18,-1 35,-17-17,0 0,0 0,18-17,-18-1,-17-18,52-17,36-17,35-1,0 1,35 17,-18 0,19 0,-37 0,1 0,-35 0,0 17,-1-17,1 18,0-1,-18 1,0 0,17 17,-17 0,0 1,-17 34,-36-17,17 0,1 0,-18-18,18-17,0-18,17 17,0-17,1 18,-1-36</inkml:trace>
  <inkml:trace contextRef="#ctx0" brushRef="#br0" timeOffset="18077.7065">20249 1676,'18'-18,"0"18,-1-18,1 18,0-17,-1-19,19 1,-19-18,18-17,1 34,-19-34,1 17,-18 18,0 17,-18-17,-17 0,0 17,17-17,-17 17,0-17,-1 17,19 0,-36 1,0 17,18-18,17 18,-17 0,17 0,-17 0,-1 0,19 0,-18 18,17 17,18 0,0-17,0 35,0 0,18-18,-1 0,18 18,-17 0,17-18,18 18,0 0,0-17,-18-1,18 18,-17 0,-1-36,0 19,0-1,-35 0,36-17,-36 17,0 0,0-17,0 17,0-17,0 35,-18-18,-17 0,0 1,-18-1,35-17,-35-1,18 1,-18-1,35-17,-17 0,17 0,-17 0,0 0,-18 0,18-35,17 35,-17-35,-1 17,36 1,0-1,0-17,0 17,0-17,0 17,18-17,17 0,-17 17,-18 0,18 18,-1-17,-17-1,35 18,-17 0,17 0,1-18,-19 18,19-17,-1 17,-17 0</inkml:trace>
  <inkml:trace contextRef="#ctx0" brushRef="#br0" timeOffset="19422.2206">16387 3828,'-18'0,"18"17,0 1,18 0,-18-1,17-17,1 0,17-53,18 0,-35 18,17-18,-17 18,-18 17,0-17,0 17,-18 1,0-1,1 0,-19 18,19 0,-1 0,0 0,1 0,-1 0,1 18,-1-18,0 0,18 18</inkml:trace>
  <inkml:trace contextRef="#ctx0" brushRef="#br0" timeOffset="19713.3881">16757 3563,'0'0,"0"18,0 17,0 0,0 18,0-18,0-17,0 17,0-17,0 17,0-17,0 0,0-1,0 1,-18-1</inkml:trace>
  <inkml:trace contextRef="#ctx0" brushRef="#br0" timeOffset="20009.9286">17092 3440,'18'35,"-18"35,0 1,17 0,-17 17,0-18,0-34,0 16,0 1,0-17,0-19,-17-17,17 18,-18-18,0-18</inkml:trace>
  <inkml:trace contextRef="#ctx0" brushRef="#br0" timeOffset="20549.2135">17233 3351,'18'0,"-1"18,1 17,0 1,-18 16,0-16,0-19,0 1,0 17,0-70,17-18,1 35,0 18,-1-17,1 17,0 0,34 35,19 18,-18-18,0-17,-35 17,17 18,-18-18,-17-17,0 35,0-18,0-17,-17 35,-1-18,-35 0,36-17,-1 0,0-1,-17-17,17 18,-17-18,0-18,-36-70</inkml:trace>
  <inkml:trace contextRef="#ctx0" brushRef="#br0" timeOffset="20883.9739">17286 3281,'18'-18,"-1"18,19 0,17 0,-18 0,18 0,17 0,-52 0,17 0,1 0,-19 0,1 0,-1 0,1 0,0 0,-18 18</inkml:trace>
  <inkml:trace contextRef="#ctx0" brushRef="#br0" timeOffset="21626.1365">18221 3334,'0'35,"0"-17,0-1,0 19,0-19,0 18,0-17,18 0,-18-1,17-17,-34-17,17-19,-18 19,0 17,1-18,17 1,-18 17,0-18,18 0,-17 18,-1 0</inkml:trace>
  <inkml:trace contextRef="#ctx0" brushRef="#br0" timeOffset="22170.0127">18591 3387,'36'17,"-36"1,17 0,-17-1,0 1,18 17,-18-17,0-1,0 1,0 0,35-54</inkml:trace>
  <inkml:trace contextRef="#ctx0" brushRef="#br0" timeOffset="22556.1239">19050 3034,'0'18,"-18"-1,1 18,-1 36,18-36,-18 18,1 0,17-35,0 17,0 0,0-17,0 0,17-18,1 17,0-17,-1 0,19 0,-1 0,18 0,-36 0,19-17,-1-1,-35 0</inkml:trace>
  <inkml:trace contextRef="#ctx0" brushRef="#br0" timeOffset="22877.0536">19121 3263,'0'53,"0"18,0 17,0-35,0 35,-18-17,18-1,-18-17,18-18,0 1,0-19,-17-17,17 18,-18-18,18 17,-18-17,18 18,0-124</inkml:trace>
  <inkml:trace contextRef="#ctx0" brushRef="#br0" timeOffset="23442.548">19367 3122,'18'0,"0"0,17 35,18-35,0 36,-35-19,17 19,-18-19,1 1,-18 17,18-35,-18 35,0-17,0 17,-18 1,-17 16,17-34,-35 35,18-35,0-1,35 1,-18-18,36 0,-1 0,-17-18,18 1,35 17,-18 17,36 1,-18 17,17-35,-52 18,-1-18,1 0,-18 18,0-1,0 1,18-18</inkml:trace>
  <inkml:trace contextRef="#ctx0" brushRef="#br0" timeOffset="24082.1281">20161 3298,'0'18,"0"17,-17 1,17-1,0 18,0-18,0-17,0-1,0 1,17-18,19 0,34-18,-17-35,0 18,-18 0,-35 0,0 17,-35 0,0-17,-1 17,19 18,-1-17,0 17,1 0,-1 0,18 17,0 1,18 0,-1 17</inkml:trace>
  <inkml:trace contextRef="#ctx0" brushRef="#br0" timeOffset="24395.5152">20461 3457,'0'0,"18"35,-1 18,19-17,-36-1,17 0,-17 1,18-19,-18 18,0-17,0 0,-18-18,1 17,34-87</inkml:trace>
  <inkml:trace contextRef="#ctx0" brushRef="#br0" timeOffset="24784.6057">20973 2999,'0'35,"0"18,0-36,0 36,0-17,-18-1,0 18,1 17,-1-34,18-1,0-17,0-1,0 1,0-1,0 1,0 0,18-1,-1-17,1 18,35-18,-18-18,36-17,-18 0,0 0,-1-1,-16 1,-36 17,0 1,0-19</inkml:trace>
  <inkml:trace contextRef="#ctx0" brushRef="#br0" timeOffset="25121.6106">21131 3175,'0'0,"0"35,0 18,0 0,0 18,0 52,0-70,0 71,0-36,-17 0,-1-18,18-17,0 0,-18-35,18 17,-17-17,-1-18,18 17,-17-17,17 18,-18-18,18-18,53-87,35-1,-17-35,-36-18</inkml:trace>
  <inkml:trace contextRef="#ctx0" brushRef="#br0" timeOffset="25489.5564">21467 2963,'17'0,"1"0,17 0,0 36,1-1,-1-17,0 17,0-18,-35 1,18 0,-18-1,18-17,-18 18,0 0,0-1,-36 36,-16-18,16 1,-52 17,70-18,-34-17,34-18,36 0,34-18</inkml:trace>
  <inkml:trace contextRef="#ctx0" brushRef="#br0" timeOffset="25723.2994">21766 3404,'18'18,"0"17,-1-17,1-1,0 19,-18-19,0 1,0 0,0 17,0 0,0-17,0 0,0 17,-18-18,0 1,1-18,-1 0,0 0,-17 0,-53 0</inkml:trace>
  <inkml:trace contextRef="#ctx0" brushRef="#br0" timeOffset="28397.1337">2963 6421,'0'35,"0"71,0 17,18 1,0 17,-18-18,0-35,0-35,0 18,17-54,-17 1,0 0,18-18,17 0,-17 0,-18-18</inkml:trace>
  <inkml:trace contextRef="#ctx0" brushRef="#br0" timeOffset="28934.3393">2999 6332,'0'0,"17"0,1 0,0 0,17 0,-18 0,36 0,0 0,-35 0,17 0,-17 0,-1 18,19 17,-1-35,-17 36,-1-1,1 0,0 0,-1 18,-17 0,0 0,0 0,-35 0,-18 18,0-19,0 1,-17-17,17-1,-18 0,1-17,52-18,0 0,1 0,-1 0,0-35,18-36</inkml:trace>
  <inkml:trace contextRef="#ctx0" brushRef="#br0" timeOffset="29629.9512">4039 5838,'-17'0,"-1"0,0 0,-17 0,-35 0,-19 0,19 36,17-1,-18 18,54 0,-1 0,18 0,0-36,35 19,18 17,-17-18,-1 0,18-17,-18-1,0 19,1-19,-19 1,1-18,-18 18,0-1,17 1,1-1,-18 1,0 0,0 17,0 0,0 1,-18-1,-17 18,18-18,-1-17,-17 17,17-35,18 18,-18-18,18 17</inkml:trace>
  <inkml:trace contextRef="#ctx0" brushRef="#br0" timeOffset="29896.5548">3898 6756,'18'0,"-18"17,35 54,0-1,-17 1,-18 17,0 0,0 36,0-1,0 1,0-71,0 35,0-35,0 0,0-18,0-17,0-1,0 1</inkml:trace>
  <inkml:trace contextRef="#ctx0" brushRef="#br0" timeOffset="30412.3415">4516 6491,'70'53,"1"53,-1 0,1 0,-18-36,-18 1,0-18,-17-1,0-16,17-19,-35 1,0 0,0-1</inkml:trace>
  <inkml:trace contextRef="#ctx0" brushRef="#br0" timeOffset="30739.9744">5045 6456,'0'0,"-18"35,0 36,-17-1,18 1,-19 35,1-36,0 18,-1-35,1 0,0-18,17-17,18 0</inkml:trace>
  <inkml:trace contextRef="#ctx0" brushRef="#br0" timeOffset="31132.3822">5345 6738,'0'-18,"17"18,1-17,17 17,36 0,-36 0,0 0,1 0,-19 0,1 0,-1 0</inkml:trace>
  <inkml:trace contextRef="#ctx0" brushRef="#br0" timeOffset="31599.8074">5133 6985,'18'0,"17"0,35 0,36 18,18 17,-18-35,-18 0,35 18,-52-1,-36-17,-17 0</inkml:trace>
  <inkml:trace contextRef="#ctx0" brushRef="#br0" timeOffset="32420.0462">6297 6350,'-18'18,"1"17,-18 35,-18 36,17-35,-34 35,34-36,1 36,0-53,17-18,18 1,0-1,18-18,0-17,-1 0,1 18,-1-18,19 0,-1 0,53 0,36 0,-1 0,1 0,-36 0,0 0,-53 0,-17 0,0 0,-1 0,1 0</inkml:trace>
  <inkml:trace contextRef="#ctx0" brushRef="#br0" timeOffset="32765.3453">6473 6791,'0'0,"0"53,0 70,0-17,0 18,0-36,0-18,0 19,0-36,0-36,0 1</inkml:trace>
  <inkml:trace contextRef="#ctx0" brushRef="#br0" timeOffset="33090.5481">7091 7250,'17'17,"19"18,-19-17,1 53,-18-18,18 0,-18-18,0 35,0-34,0-1,0 0,0-17,0-1,-18-17,18 18,-18-18,1 18,17-36</inkml:trace>
  <inkml:trace contextRef="#ctx0" brushRef="#br0" timeOffset="33390.3597">7902 6332,'18'0,"-1"18,1 17,17 18,-17-18,0 1,-1 17,1-36,0 19,35-1,17 0</inkml:trace>
  <inkml:trace contextRef="#ctx0" brushRef="#br0" timeOffset="33639.4887">8661 6403,'0'0,"-36"0,-17 35,-35 36,-18-18,36 0,-36-1,71-16,-18-19,35-17,18 18</inkml:trace>
  <inkml:trace contextRef="#ctx0" brushRef="#br0" timeOffset="33968.9186">8255 6632,'18'35,"-1"71,1 18,17-1,-17 1,-1-1,-17-17,0 0,0 0,0-53,0-18,0-17,0-1,0 1,-17-18,17 17,-18-17,1 18,17-53,52-36</inkml:trace>
  <inkml:trace contextRef="#ctx0" brushRef="#br0" timeOffset="34225.7472">8802 7003,'0'-18,"17"18,-17-18,18 18,0 0,-1 0,19 0,-1 0,0 0,-17 0,17 18,0-18,1 18,-19-1,1-17,-18 18</inkml:trace>
  <inkml:trace contextRef="#ctx0" brushRef="#br0" timeOffset="34477.765">8784 7144,'18'0,"17"0,0 0,-17 17,17 1,1 0,-36-1,35-17,-18 0,1 18,0 0,-1-18,1 17,17-17,1 18,-19-1,18-17</inkml:trace>
  <inkml:trace contextRef="#ctx0" brushRef="#br0" timeOffset="35056.4296">9331 6756,'35'0,"1"0,-1 17,18 1,-53 0,35-1,-17-17,-18 18,17 0,-17-1,18 1,-18 17,0 0,-18 1,-17 17,17-36,-35 18,18-17,0-18,35 18,18-18,-1 0,18 0,-17 0,35 0,0 17,-18-17,-35 18,18-18,-1 0,36 0,106-35,0-53</inkml:trace>
  <inkml:trace contextRef="#ctx0" brushRef="#br0" timeOffset="35886.5815">10336 5750,'18'0,"0"0,35 0,17 36,18 16,-35-34,0 17,0 1,0-1,-35 0,-1-17,1-1,-18 1,0 0,0-1,0 19,0-1,-18-17,-17 35,0-18,-36 18,-17 0,35-18,53-17,-35-1,17 1,18-1,0 1,18-18,-1 0,19 35,17-17,17 17,1-17,-1 0,1-1,17-17,-53 0,18 0,-18 0,-35 18,-17-18</inkml:trace>
  <inkml:trace contextRef="#ctx0" brushRef="#br0" timeOffset="36244.3748">10742 6526,'0'53,"35"53,1 18,-19-36,1 18,0 70,-18-53,17 1,-17-36,0 0,0-17,0 17,0-35,0-18,0 1,0-19,0 18,0-17,0 0,-17-18,-1 0,18 17,-18-17,18 18,-17-71</inkml:trace>
  <inkml:trace contextRef="#ctx0" brushRef="#br0" timeOffset="36703.2519">11836 6526,'0'0,"17"0,-17-17,18 17,0 0,-1 0,19 0,-1 0,0 17,0 1,1-18,-19 18,19-18,-19 0,1 0,-1 0,1 0,-18 17,18-17</inkml:trace>
  <inkml:trace contextRef="#ctx0" brushRef="#br0" timeOffset="37384.8092">11765 7003,'18'0,"-1"0,1 0,0 0,-1 0,19 0,17-18,-18 18,18-18,0 18,-18 0,18 0,-18-17,-17 17,-1 0,1 0</inkml:trace>
  <inkml:trace contextRef="#ctx0" brushRef="#br0" timeOffset="39026.3992">14005 6385,'0'-17,"-17"-1,-19-35,19 18,-19 0,19 17,-18-17,17-1,0 19,1 17,17-18,-18 18,0-18,18 1,-35 17,0 0,-1 0,19 0,-18 0,17 0,0 17,18 19,0 17,0 17,18 1,0-1,-1-34,1 16,-1-16,1-1,0-17,-1-1,1 1,0-18,-1 0,-17 18,36-18,-19 0,19 0,-1 0,0-18,-17 0,-1 1,1-1,-18 0,0 1,0-1,0 0,0-17,0-18,0 36,0-1,0-17,-18 35,18-18</inkml:trace>
  <inkml:trace contextRef="#ctx0" brushRef="#br0" timeOffset="39379.7401">14252 6509,'35'35,"-17"18,0-35,-1 17,1 0,-18-17,0 17,18-17,-18-1,0 1,17-18,-17 18,0-54,18-87,53 52</inkml:trace>
  <inkml:trace contextRef="#ctx0" brushRef="#br0" timeOffset="39972.8973">14693 5415,'-17'35,"17"1,0 34,0 36,0 70,0 71,0 18,0 0,0-36,0 0,0-17,0 17,-18-70,18-18,0-53,0-17,0-36,0-17,0-1,18-17,-1 0,1-17</inkml:trace>
  <inkml:trace contextRef="#ctx0" brushRef="#br0" timeOffset="41263.2858">4480 9825,'36'123,"-1"18,-18 18,19 0,-36-18,0-17,0-1,0 18,0-53,0-35,0 0,0-18,17-17,1 0,-36-18</inkml:trace>
  <inkml:trace contextRef="#ctx0" brushRef="#br0" timeOffset="41730.008">4145 9648,'0'0,"35"0,18 0,0 0,53 18,18 0,-1 52,0-34,-52 16,17-16,-70-19,17 1,-35 0,18-1,-18 1,0 35,0 17,-35-34,17 17,-17 0,-18-18,35 0,-17-17,-1 17,1-17,35-1,-35 1,17-18</inkml:trace>
  <inkml:trace contextRef="#ctx0" brushRef="#br0" timeOffset="42476.203">5680 9331,'-18'0,"-17"0,0 18,-1-1,1 19,-18 16,18-16,-18-1,18 0,35-17,0 0,35 34,18-16,-18-19,18 19,-18-19,-17 19,17-19,-35 1,18-18,-1 17,-17 19,0-1,0 0,0 1,-17-1,-18 0,-1-17,19 17,-19-17,1-1,17-17,36 18,35 35,0 53,0 17,-36-17,1 18,-18-1,0-35,0-35,-18-18,18 1,-17-19,17 1,0 0,0-36,17-70,72-36,16-17</inkml:trace>
  <inkml:trace contextRef="#ctx0" brushRef="#br0" timeOffset="42794.2284">6315 10178,'0'35,"70"88,18 18,-35-70,-35 17,35-35,-18 18,-17-18,17-18,-17 0,-18-17,0-1</inkml:trace>
  <inkml:trace contextRef="#ctx0" brushRef="#br0" timeOffset="43052.3568">6473 10107,'0'35,"-17"-17,-1 35,-17 0,0 17,-1-17,1 0,0-18,17 1,1-19,-1 19,0-36,1 0,17 17,0 1</inkml:trace>
  <inkml:trace contextRef="#ctx0" brushRef="#br0" timeOffset="43311.953">7161 10195,'18'0,"0"0,-1 0,1 0,-18-17,18 17,-1 0,1 0,35 0,-18 17,18-17,-18 18,-35 0,18-1,0-17</inkml:trace>
  <inkml:trace contextRef="#ctx0" brushRef="#br0" timeOffset="43545.4992">6791 10460,'0'0,"53"-18,-18 18,-17 0,52 0,1 18,-1-1,-17 1,-35-18,35 0,17 0,19 0,-36 0,70-18,1 1,87-1</inkml:trace>
  <inkml:trace contextRef="#ctx0" brushRef="#br0" timeOffset="43873.216">8378 9860,'0'18,"-17"-1,-1 19,1 17,-1 17,-17-35,-1 89,-17-71,36-18,17-17,0 17,0-17,17-1,1-17,17 0,-35 18,53 0,0-18,-18 35,18-35,18 0,-1 0,-17 0,53-18,-53 1,0-19</inkml:trace>
  <inkml:trace contextRef="#ctx0" brushRef="#br0" timeOffset="44146.9652">8572 10072,'0'0,"0"35,-17 18,17 0,-18 35,1-17,-1 34,-17-34,17-18,-17-18,35 18,-18-18,18-17,0 0,-18-18,18 17,-17 1,-1-18,18-18</inkml:trace>
  <inkml:trace contextRef="#ctx0" brushRef="#br0" timeOffset="44740.7983">9084 9631,'0'0,"35"0,36 0,17 0,-17 35,34-17,-52 17,-17-17,-19-1,1 1,-18 17,-18 18,-17-18,-18 1,-17-1,-1 0,-17 18,17-53,18 18,36-18,17 17,17-17,1 0,0 0,-1 0,36 0,18 18,17 0,-18-18,19 35,-19-35,-17 0,-18 0,-17 0,0 0</inkml:trace>
  <inkml:trace contextRef="#ctx0" brushRef="#br0" timeOffset="45026.4246">9419 10125,'0'35,"0"0,0 36,18 35,-18-18,0 18,0 52,0-16,-53-1,18-18,17-35,0-17,1-36,-1 0,18-17,0 0,0-36,88-70,53-36</inkml:trace>
  <inkml:trace contextRef="#ctx0" brushRef="#br0" timeOffset="45327.0302">10301 9984,'18'70,"-1"18,19 18,-19 35,36 18,-53 17,18-17,-1-18,-17 36,0-107,0 1,0-18,0-36,0 1,0 0,-17-18,-1 17,18-140,0-18</inkml:trace>
  <inkml:trace contextRef="#ctx0" brushRef="#br0" timeOffset="45694.5676">10178 10019,'0'0,"17"0,1 0,17 0,36 0,-1 0,18 0,-52 0,-1 18,-17-1,-1 18,1-35,17 36,-17 17,0-18,-18 35,0-17,0 0,-18-17,-17-1,17 0,18-17,-18-18,18 17,-17-17,-1 0,0 18,1-18</inkml:trace>
  <inkml:trace contextRef="#ctx0" brushRef="#br0" timeOffset="46359.252">11483 9260,'-35'36,"-18"-19,35 19,0-19,1 19,17-1,-18-18,18 19,0-19,0 1,35 17,-17-17,17 0,-17-1,35 18,-53-17,18 0,-1-1,-17 1,0 17,0-17,0 17,-17 18,-19-35,19-1,-1 1,0-18,1 18,17 17,35 36,18 34,17 36,-52-17,17-1,-35-34,18-1,-18-18,0 1,0-53,0 17,0-18,18-175</inkml:trace>
  <inkml:trace contextRef="#ctx0" brushRef="#br0" timeOffset="46658.5847">12259 9313,'35'36,"1"17,-19-18,18 0,-17-17,-18 17,18-17,-18-1,17 1,1 0,-18-1,0 1,53-1,35-17,53-17</inkml:trace>
  <inkml:trace contextRef="#ctx0" brushRef="#br0" timeOffset="46857.6042">12982 9243,'-35'0,"0"35,-1-17,1 17,-18 0,0 18,0-18,0 1,-35 17,71-36</inkml:trace>
  <inkml:trace contextRef="#ctx0" brushRef="#br0" timeOffset="47130.4721">12665 9807,'0'106,"17"18,-17 34,0-34,0-36,0-35,0 17,0-17,0 0,0-35,0 17,0-17,-17-18,17 17,-18 1,0 0,1-18,17 17,-18-17</inkml:trace>
  <inkml:trace contextRef="#ctx0" brushRef="#br0" timeOffset="47399.9962">13247 9737,'0'0,"53"0,0 0,17 0,36 17,-71 1,18 0,0-1,-35-17,-18 18,-18 17</inkml:trace>
  <inkml:trace contextRef="#ctx0" brushRef="#br0" timeOffset="47660.8454">12982 10072,'18'0,"-1"0,1 0,17 0,1 0,-19 17,19 1,17-18,-1 18,37-18,-1 0,0 0,-17 0,-19 0,-34-18</inkml:trace>
  <inkml:trace contextRef="#ctx0" brushRef="#br0" timeOffset="48133.153">13476 9596,'0'0,"18"0,-1 0,19 0,34 17,-17 18,-18 1,18-19,-17-17,-1 18,-35 0,0-1,18 1,-18 0,0-1,0 1,0 17,0 0,-18-17,-17 0,17-1,0-17,18 18,18-18,0 0,-1-18,1 18,0 0,-1 0,18 0,1 18,-19-18,-17 18</inkml:trace>
  <inkml:trace contextRef="#ctx0" brushRef="#br0" timeOffset="48711.9564">14076 9049,'17'0,"1"0,17 17,1 1,-19 0,19-18,-19 17,1 19,-1-36,-17 17,0 1,0-1,0 1,0 0,-17-1,-1 1,18 17,-17-35,-1 18,18 0,18-1,-1-17,1 18,-1-18,19 35,-1-17,18-18,0 35,0-35,35 18,-35-18,17 0,-17 0,-35 0,0 0,-18 17</inkml:trace>
  <inkml:trace contextRef="#ctx0" brushRef="#br0" timeOffset="49033.9475">14340 9578,'0'0,"0"53,-35 35,35-17,0 34,0 19,18-1,-18 1,0-18,0-1,0-16,0-36,0 17,-18-17,18-18,-35-17,17 17,1 1,17-19,-18-17,0 0,18 18,-17-18,17 17,-36-17,19-17</inkml:trace>
  <inkml:trace contextRef="#ctx0" brushRef="#br0" timeOffset="49447.9105">15169 9701,'18'0,"-18"-17,18 17,-18-18,17 18,19 0,17 0,-1 18,-16-18,17 0,0 17,-18-17,35 0,1 0,17 0,-17 0,-1 0,1 0,-18 0</inkml:trace>
  <inkml:trace contextRef="#ctx0" brushRef="#br0" timeOffset="50016.5644">15240 9984,'35'-18,"1"18,-1 0,71 0,-1 0,1 18,-17-1,-19-17,-35 18,-17-18,0 0,-1 0</inkml:trace>
  <inkml:trace contextRef="#ctx0" brushRef="#br0" timeOffset="51563.9206">4621 5098,'36'-36,"-1"19,35-1,36 0,0 18,141 0,35-52,89 34,105-70,159-18,0 0,53-17,-53 17,0 0,0 35,-35 71,-54 0,-69 0,69 18,54-18,0 0,264 88,-70-17,0-36,17 36,-70 17,-88-88,-54 0,-175 0,-1 0,-123 0,-18-36,-70 19,-1-36,-34 35,-54-35,-17 36,-35-1,-54 0,1 18,0 0</inkml:trace>
  <inkml:trace contextRef="#ctx0" brushRef="#br0" timeOffset="53487.6464">16439 9454,'-17'0,"-1"18,1 0,-1-1,-17 36,17 0,18 18,0 17,0 0,18 0,-1-17,1-18,17 0,-17-36,-1-17,36 0,-35 0,0 0,-1 0,1 0,0 0,17 0,-18-17,19-19,17-16,0-19,-1 0,1-17,-35 18,-18 34,0 19,0-1,0-17,-18 17,1 1,17-1,-18 0,0 18,18-17,-35 17,18-18,-1 0,-17 18,-1 0,19 0,-1 0,0 0,18 18</inkml:trace>
  <inkml:trace contextRef="#ctx0" brushRef="#br0" timeOffset="53793.6778">17074 9948,'0'0,"36"18,-19 17,1 1,-18-1,18-35,-18 35,0-17,0-1,0 1,17 17,-17-17,18 0,17 17</inkml:trace>
  <inkml:trace contextRef="#ctx0" brushRef="#br0" timeOffset="54636.2813">17851 9613,'0'0,"0"-17,0-19,0 19,0-1,0-17,0-1,0 1,0 0,-18 17,0 1,1-19,-19 19,1-1,-18-17,36 17,-36 0,17-17,-17 35,0-17,18 17,0 0,0 0,17 0,-17 0,35 35,-18-35,18 53,0 0,18 17,17 1,18-1,0-17,17 35,-17-52,0-1,0 0,18 1,-18-1,0 0,-36-17,18 17,-17-35,-18 18,18-1,-1 1,-17 0,0-1,0 1,0 17,0 0,-17 1,-1-1,0-35,1 18,-1-18,1 17,-19-17,36 18,-53-53,0-71,1 18,34-18,18 53,18 0,17-18,18 18,0 1,52-1,-52 17,-17 1,17 35,-36-18,1 18,-1 0,1 0,0 0,-1 0,1 18,0 17,17 18,0 18</inkml:trace>
  <inkml:trace contextRef="#ctx0" brushRef="#br0" timeOffset="55145.1233">19173 9243,'0'17,"18"54,-18 17,0 18,-18-18,-17 18,-18-18,0 0,36-35,-1-17,0 17,18-36,0 1,0-1,-17-17,-1 18,1-18,17 35</inkml:trace>
  <inkml:trace contextRef="#ctx0" brushRef="#br0" timeOffset="55421.7974">18821 9596,'17'0,"19"0,-1 35,106 35,-35 1,0-1,-36-17,-17 0,0-17,0 17,-53-18,35-35,-17 17,0 1,-18 0,17-1,1 1,-1 0,19-1</inkml:trace>
  <inkml:trace contextRef="#ctx0" brushRef="#br0" timeOffset="55973.21">19914 9596,'0'0,"-17"0,-1 0,0 17,1 18,-1 18,18 0,0 18,18 17,17-35,0 0,1 0,-19-36,1-17,-1 0,-17 18,18-36,35-105,-35 35,-1 35,-17 0,0 35,0-17,-17 17,-1 1,0 17,-17-18,0 18,17 0,1 0,-1 0,53 18</inkml:trace>
  <inkml:trace contextRef="#ctx0" brushRef="#br0" timeOffset="56254.4203">20690 9701,'18'36,"0"34,-1 1,1-1,-18-17,0 0,18 0,-18 0,0-35,0-1,0 1,0 0,0-1,0 1,-18-18</inkml:trace>
  <inkml:trace contextRef="#ctx0" brushRef="#br0" timeOffset="56536.7457">21167 9366,'0'36,"0"34,0 1,17-1,1 1,-18-18,0 17,0 1,0-18,0-36,0 19,0-19,0 1,0 0,-18-18</inkml:trace>
  <inkml:trace contextRef="#ctx0" brushRef="#br0" timeOffset="57153.1495">21378 9049,'0'53,"18"-18,-18 18,0 0,0-18,0 18,0 0,0 0,0-18,0-17,0-1,-18-17,18-35,18-53,0 53,-1 35,1-18,0-17,-1 35,1 0,-1 0,1 17,17-17,1 36,-1-19,-17 36,17-18,-18-17,1 35,0-18,-18 18,0-18,0 1,0 17,-18-18,0 18,-17 0,0 0,-18-18,35 0,1-17,-1 0,0-1,1-17,-1 0,-35-53,0-194,53 53,0-35</inkml:trace>
  <inkml:trace contextRef="#ctx0" brushRef="#br0" timeOffset="57477.7415">21449 8661,'18'0,"-1"0,1 0,70 0,-35 0,106 0,-71 0,-18 0,-52 0,17 0,-35 35,-17 36</inkml:trace>
  <inkml:trace contextRef="#ctx0" brushRef="#br0" timeOffset="57897.3743">22260 9366,'18'-17,"35"-1,0 18,17-18,18 1,36 17,-1 0,-52 0,17 0,-53 0,18 0,-35 0,0 0,-1 0,-17 17,18-17,-18 18,0 0</inkml:trace>
  <inkml:trace contextRef="#ctx0" brushRef="#br0" timeOffset="58216.7809">22313 9790,'0'0,"18"0,17 0,18-18,53 18,-18 0,36 0,-1-18,53 1,-87-1,-37 18,-34 0</inkml:trace>
  <inkml:trace contextRef="#ctx0" brushRef="#br0" timeOffset="58622.9368">22542 9031,'0'53,"53"106,18 52,0-34,-1-18,-17-1,-18-52,1 18,-19-54,18-17,-17-18,0 1,-1-1,-17-17,0-1,-17 1,34-18,54-35,70-71,18-35</inkml:trace>
  <inkml:trace contextRef="#ctx0" brushRef="#br0" timeOffset="59120.2887">23777 9313,'0'18,"0"0,0 35,0 35,0 0,0 0,0-17,0-1,18-52,-18 17,17-17,1-1,-18 1,18-71,17-17,-17 17,-18-18,0-17,0 17,-18 18,-17 18,-1 0,19 17,-1 18,-17-17,17 17,1 0,-1 0,18 17,-18-17,18 18,0 0,18-1,53 54</inkml:trace>
  <inkml:trace contextRef="#ctx0" brushRef="#br0" timeOffset="59381.137">24112 9437,'36'0,"-19"17,1 19,0-19,17 1,-18 17,1-17,0 0,-18-1,17 1,-17-1,0-34,53-18</inkml:trace>
  <inkml:trace contextRef="#ctx0" brushRef="#br0" timeOffset="59773.6368">24500 8449,'0'0,"0"123,18 36,17-18,-17 71,35 0,-35 17,34 18,-34-18,-18-17,0 0,0-36,0-35,0 18,0-53,0-18,0-18,18 1,-1-36,1-35,0 0,-36 0,-17 0</inkml:trace>
  <inkml:trace contextRef="#ctx0" brushRef="#br0" timeOffset="60815.1886">10125 11906,'53'0,"70"0,89 0,-1 0,-17 0,71 0,35 0,-18 0,-17 0,-89 0,-105 0,-54 0,-17 18,-17-18,-1 18,-53 17,19 18,-1-18,-18 0,-17 18,-36 18,19-1,-1-17,-35 18,-36 17,36-17,35-36,53 0,36-35,34-18</inkml:trace>
  <inkml:trace contextRef="#ctx0" brushRef="#br0" timeOffset="61118.1209">11553 12435,'71'142,"-36"-72,1 54,-1-19,-18-34,1 17,-18-35,0-18,0 1,0-1,0-53,0-158,35 17</inkml:trace>
  <inkml:trace contextRef="#ctx0" brushRef="#br0" timeOffset="61358.7272">11800 12400,'36'0,"34"35,36 36,-53-18,0-18,-18-35,0 18,1-1,-36 1,0 0,17-18,1 17,17 19,53-19,89-17,105-17</inkml:trace>
  <inkml:trace contextRef="#ctx0" brushRef="#br0" timeOffset="61569.7332">14270 11783,'0'0,"-35"35,35 18,-53-18,17 18,-17 18,-35-1,-35 18,-36 1,18-36,17-18,36 18,-18-36</inkml:trace>
  <inkml:trace contextRef="#ctx0" brushRef="#br0" timeOffset="61936.7544">13794 11994,'158'89,"-34"-1,17 0,-71 0,36-35,-53 18,-17-18,-1 0,-18-1,-17-16,18 34,-18 1,-18-1,-17 1,0-18,0 0,-1-18,19-35,-1 18,0-18,1 0,-1 17,0 1,-17-18,-18-18,-53-229,89 36</inkml:trace>
  <inkml:trace contextRef="#ctx0" brushRef="#br0" timeOffset="62134.0635">14111 12171,'0'35,"0"0,0 18,0 0,0 0,0-35,-18 35,18-18,-17-35,17 18,-18-18,18 17,-17-17,17 18,17-18</inkml:trace>
  <inkml:trace contextRef="#ctx0" brushRef="#br0" timeOffset="62389.6671">14922 11765,'53'71,"-17"-1,-1 1,0-18,-17 0,0 0,-18-36,0 18,0-17,0 0,0-1,-18-17</inkml:trace>
  <inkml:trace contextRef="#ctx0" brushRef="#br0" timeOffset="62789.1863">14940 11906,'18'0,"-1"0,19 0,17 0,0 18,-18 0,0-18,0 17,-35 1,18-18,-18 17,0 1,-18 17,-35-17,18 17,0-35,17 0,1 0,34 0,1 0,17-35,0 17,-17-17,17 0,-17 0</inkml:trace>
  <inkml:trace contextRef="#ctx0" brushRef="#br0" timeOffset="63337.3197">15064 11765,'0'0,"0"124,17 17,36 17,-35-34,-1-1,1 36,0-88,-18-18,17-18,1 0,-18-17,0-1,0-34,0-71,35 17,18-17,-35-18,17 0,0 18,-17 35,17 35,-17 18,0 36,34 34,1-17,0 0,-35-18,35 18,-35 0,-1-17,1-1,-18-18,17 19,-17-19,0 1,-17 0,-1-18,53-53,107-88,16-1</inkml:trace>
  <inkml:trace contextRef="#ctx0" brushRef="#br0" timeOffset="63603.0835">16404 11201,'18'0,"-1"0,1 0,17 17,1-17,-36 18,17-18,1 0,-18 18,18-18,-18 17,17 1,18-18,-35 18,18-1,0 1</inkml:trace>
  <inkml:trace contextRef="#ctx0" brushRef="#br0" timeOffset="64271.8247">16439 11553,'0'0,"18"18,0-18,-1 18,1-1,0-17,-1 0,-17 18,0 0,0-1,0 1,0 17,-17-17,-1 17,-17 18,17-53,18 35,-18-35,18 18,18 0,17-1,18 19,-17-19,34 18,-17-17,-18-18,-17 0,-18 18,0-1,0 1,0 0,0 17,-18-17,1 17,-1-18,18 1,-18-18,18 18,0-1,36-17,-19 0,-17 18,36-18,-19 0,1 0,-1 0</inkml:trace>
  <inkml:trace contextRef="#ctx0" brushRef="#br0" timeOffset="67168.2733">1570 14287,'17'-17,"1"17,17-18,-17 18,17 0,-17 0,17 0,1 0,-19 0,1 0,-1 0,1 0,0 0,-1 18,1-18,0 0,-18 17,0 1,0 0,0-1,-18 19,0-1,-17 0,0 18,-18-18,0 18,0 0,-18-17,19-1,16-18,1 19,35-1,-35 0,17-35,0 18,18 0,18-18,0 0,17 0,0 0,1 0,-1 17,18 1,-18-18,18 17,18-17,-1 0,-35 0,18 0,0 0,-35 0,-1 0,1 0,-36 0,1 18,17 0,-18-18,-35-71</inkml:trace>
  <inkml:trace contextRef="#ctx0" brushRef="#br0" timeOffset="67462.7844">1270 14323,'18'0,"17"0,-17 17,34 19,-16-1,17 0,-18-17,0 0,0 17,1-18,-19 1,36 0,-35-18,0 17,-1 1,1 0,0-1,17-17,0 36,0-19,-17-17</inkml:trace>
  <inkml:trace contextRef="#ctx0" brushRef="#br0" timeOffset="67722.6885">2117 14376,'17'0,"1"0,0 0,-1 0,1 0,17 0,-17 17,-1-17,1 18,0-18,-18 18,35-18,-17 0,-18 17,0 1</inkml:trace>
  <inkml:trace contextRef="#ctx0" brushRef="#br0" timeOffset="67941.8953">2064 14570,'0'0,"17"-18,1 18,17 0,-17 0,35 18,-18-1,-17 1,-1 0,19-1,-1-17,0 0,1 18,-1-18,18 18</inkml:trace>
  <inkml:trace contextRef="#ctx0" brushRef="#br0" timeOffset="69215.5325">2558 14393,'0'0,"17"71,1 35,0-71,-1 53,-17-35,18 0,-18-35,0 17,0-17,0-1,0 1,0-36,0-88,17 1,1 16,0 19,-18 52,17 1,19 69,-1 1,0-17,-17-1,-18-17,0-1,17 1,-17-1,0 1,0 0,-17-18,34-36,-17 19,18-1,0 18,17 35,0 18,36 18,-18-18,-18 0,0-18,18 0,-17-17,16 0,1-18,0 0,53-71,-71 36,-17 17,0-17,-18 17,0 1,0-1,0-17,-18 17,0-17,-17-1,17 36,18 18,-17 35,17-18,0 1,0-19,0 1,17-18,-17 17,18-34,35-36,-35 18,-18-1,17-17,-17 1,18 16,-18-17,0 36,18 17,-1 0,1 17,0-17,-1 0,1 0,-18-17,17 17,19 17,17 36,0 0,17-18,-17 1,-18-1,18-35,-18 35,-17-17,0 0,-1-18,1 17,-18-52,0 0</inkml:trace>
  <inkml:trace contextRef="#ctx0" brushRef="#br0" timeOffset="69385.0675">4110 14658,'-18'0,"1"35,-36 71,35-71,0 18,1 0,-1-18,18-17,0 0,-18-1</inkml:trace>
  <inkml:trace contextRef="#ctx0" brushRef="#br0" timeOffset="69738.7571">4939 14217,'0'0,"0"53,-18 17,18 19,-17-1,17 0,0 0,0 18,0-53,0-18,0 0,17-17,1 0,-18-1,18 1,-18 17,35-17,0-18,0-35,18-1,-17-34</inkml:trace>
  <inkml:trace contextRef="#ctx0" brushRef="#br0" timeOffset="69972.8519">5203 14252,'71'88,"-18"-17,0 35,0-53,-18 17,0-17,1-18,-19-17,1 17,-18 1,18-36,-18 17,0 1,0 0</inkml:trace>
  <inkml:trace contextRef="#ctx0" brushRef="#br0" timeOffset="70198.4912">5345 14164,'0'53,"0"0,0 17,0 1,0-36,0 18,-18 0,0 18,-17-36,17 18,1 0,17 0,0-18,17 0</inkml:trace>
  <inkml:trace contextRef="#ctx0" brushRef="#br0" timeOffset="70427.484">5539 14411,'17'0,"1"0,0 71,17-19,0 1,-17-17,-1 17,1-1,-18-16,0-1,0 0,0-17,0 17,0-17,-18-1</inkml:trace>
  <inkml:trace contextRef="#ctx0" brushRef="#br0" timeOffset="70692.0867">5856 14076,'35'35,"-35"-17,18-18,0 35,-18-17,17-18,-17 17,0 1,18 0,0-1,34 1,-16-1</inkml:trace>
  <inkml:trace contextRef="#ctx0" brushRef="#br0" timeOffset="70873.5729">6262 14164,'-18'0,"-17"0,17 18,-17-1,0 1,-1 0</inkml:trace>
  <inkml:trace contextRef="#ctx0" brushRef="#br0" timeOffset="71115.2586">6085 14235,'18'35,"17"35,-17 1,0 0,-1 17,-17-18,0-34,0 34,0-17,-17 0,-1-35,18 17,-18-18,18 1,-17 0,34-54</inkml:trace>
  <inkml:trace contextRef="#ctx0" brushRef="#br0" timeOffset="71386.8206">6509 13988,'70'158,"1"1,-54-35,19-1,17 18,-36-17,1-36,0 0,-1-17,-17 17,0-18,0 1,-17-18,-1 17,-17-34,35 17,-36-1,19 1</inkml:trace>
  <inkml:trace contextRef="#ctx0" brushRef="#br0" timeOffset="72091.1241">8961 14093,'-36'18,"19"35,-19 18,-17 34,-17 19,-1-18,18-36,18 36,17-53,1-18,17 18,0-18,0-17,17 0,-17-1,18-17,17 0,-35 36,18-19,0-17,-1 18,1-18,0-18</inkml:trace>
  <inkml:trace contextRef="#ctx0" brushRef="#br0" timeOffset="72404.065">9102 14393,'35'18,"0"53,18-19,-18-16,1 70,-1-54,18 19,-18 17,-17-35,-1 0,1 0,-18-35,0-1,0 1,0 0,0-1</inkml:trace>
  <inkml:trace contextRef="#ctx0" brushRef="#br0" timeOffset="72645.3727">9419 14446,'0'0,"-17"53,-1 18,0-1,-17 1,17 17,-17-35,35-18,-35-17,17 17,-17-17,35-1,-18-17,18 18,0 0</inkml:trace>
  <inkml:trace contextRef="#ctx0" brushRef="#br0" timeOffset="72896.7134">9560 14870,'36'0,"-19"35,1 18,-1 0,1-18,-18-17,0 17,0-17,0-1,0 1,0-1,-18-17,18-17</inkml:trace>
  <inkml:trace contextRef="#ctx0" brushRef="#br0" timeOffset="73123.0338">10178 14199,'17'18,"-17"0,0-1,0 1,18-1,-18 1,0 0,18 17,34-35</inkml:trace>
  <inkml:trace contextRef="#ctx0" brushRef="#br0" timeOffset="73320.1784">10477 14129,'-17'0,"-1"0,-17 35,17-17,1-1,-19 36,1 0,0-18,17-35,1 36,17-19</inkml:trace>
  <inkml:trace contextRef="#ctx0" brushRef="#br0" timeOffset="73560.1304">10389 14517,'18'53,"0"17,-18-17,0 0,0-18,0 18,0-17,-18-19,18 18,-18-17,1-18,17 18,0-1,-18 1,0-18,18-18</inkml:trace>
  <inkml:trace contextRef="#ctx0" brushRef="#br0" timeOffset="73848.7466">10654 14023,'35'70,"-17"1,17 0,-17-1,-1-17,-17 0,0-35,0 17,0 18,0-18,-17-35,-1 35,0-17,18 0,-35 17,0 0</inkml:trace>
  <inkml:trace contextRef="#ctx0" brushRef="#br0" timeOffset="74638.48">8167 15275,'0'0,"35"0,36 0,34 0,72 36,35-1,34 0,37 0,17 1,70 17,-70-36,0 18,-53-35,0 0,-53 0,17 0,1 0,-18 0,18 0,87 0,-16 0,34 0,1 0,52 0,-17 0,17 0,-52 0,-1 0,-17 0,18 18,-18 35,-18-35,-18 17,-52-17,0-18,-36 0,-52 0,-19 0,19 0,35 0,-54 0,19 0,17-53,-35 53,35-36,-18-17,1 18,-36 18,0-19,-17 1,-71 17</inkml:trace>
  <inkml:trace contextRef="#ctx0" brushRef="#br0" timeOffset="75601.2712">11095 13652,'0'36,"35"34,-17 19,-1 16,1 36,17 106,-35-53,0 18,0 0,-17-18,-19 17,1 1,0 0,35 17,0 36,0-1,0-52,0-36,0-35,0 18,0-35,0-19,0-34,0 17,0-35,0-18,0-17,-18-18,1 18,-1-18,18-124</inkml:trace>
  <inkml:trace contextRef="#ctx0" brushRef="#br0" timeOffset="76342.3513">11889 14499,'0'18,"-18"35,0-18,1 36,-1-19,18 19,0 0,0-36,0 35,0-17,18-35,-1 17,1 1,0-1,17-35,-17 17,-18 1,0 0,17-18,-17 17,0 1</inkml:trace>
  <inkml:trace contextRef="#ctx0" brushRef="#br0" timeOffset="76874.7671">12188 14464,'0'18,"0"34,18 19,-18 0,0-19,0-16,0 17,0-36,18-17,-1 0,1 0,17 0,1 0,-1 0,-18 0,1 0,0 0,-1 0,19-17,-19-1,1 18,0-18,17 1</inkml:trace>
  <inkml:trace contextRef="#ctx0" brushRef="#br0" timeOffset="77240.8763">12400 14587,'18'36,"-18"34,0-35,17 36,-17-18,0 0,0-18,18 0,-18 18,0-35,0 0,0 17,0-17,-18-1,1-17,17 18,0-1,-18 1</inkml:trace>
  <inkml:trace contextRef="#ctx0" brushRef="#br0" timeOffset="77453.1979">12541 14940,'36'18,"-1"52,0-17,-35 0,35-18,-17 1,-18-1,18-35,-18 18,0 17,-18-17,18-1,0 1,-18-18</inkml:trace>
  <inkml:trace contextRef="#ctx0" brushRef="#br0" timeOffset="77976.9814">12876 14605,'0'0,"18"18,17 17,1-35,-1 35,0-17,-17 17,17-17,-35-1,0 1,0 0,0-1,0 1,0 0,-35-1,35 1,-36 17,-16-35,34 18,0-1,36-17,0 0,-18-17,17 17,1 0,-1-18,1 18,0 0,-1 18,1-18,0 0,17 0,-17 0</inkml:trace>
  <inkml:trace contextRef="#ctx0" brushRef="#br0" timeOffset="78360.2295">13317 14605,'0'0,"89"106,-19-36,-17 36,-35-35,17-18,-17-18,-18 0,17 1,-17-19,0 18,0-17,0 0,0-1,-17 1,-1 0,0-18,18 17,-17-17,-1 18,0-18,1 0</inkml:trace>
  <inkml:trace contextRef="#ctx0" brushRef="#br0" timeOffset="78782.0935">14199 14482,'-35'17,"0"18,17-35,0 53,1-17,-1-1,1 18,17-18,0-17,17 17,-17 0,18-17,-1 0,-17-1,18 1,0-1,-1 1,-17 0,0-1,18-17,0 0</inkml:trace>
  <inkml:trace contextRef="#ctx0" brushRef="#br0" timeOffset="79343.5525">14534 14411,'0'0,"0"18,18 35,-18-1,18-16,-18 17,0 0,0-18,0-18,-18 19,18-19,18-17,35 0,17 36,-35-36,18 0,-17 0,-19 17,1-17,0 0,-18 18,0 0</inkml:trace>
  <inkml:trace contextRef="#ctx0" brushRef="#br0" timeOffset="79647.1679">14764 14623,'17'70,"-17"-17,18 53,-18-53,0 17,0 1,0 0,0-54,-18 18,18 1,-17-19,17 1,-18 0,18-1,-18 1,1 0,-1-1</inkml:trace>
  <inkml:trace contextRef="#ctx0" brushRef="#br0" timeOffset="79915.6231">14887 15081,'18'-17,"-1"17,19 0,-19 53,1-18,17 0,-17 18,17-35,-35 17,0-17,0-1,0 1,-17-1,17 1,-18 0,0-18,18-53</inkml:trace>
  <inkml:trace contextRef="#ctx0" brushRef="#br0" timeOffset="80510.2149">15134 14464,'0'0,"35"0,18 0,-17 18,17-1,-18 18,18 1,-53-19,35 1,-17 0,-18-1,0 1,0 0,0-1,-18 1,0 17,-17-17,-18 17,0-17,36-1,-1-17,0 0,36 0,0 0,-1 0,36 0,-18 18,-17 0,0-18,17 17,-35 1,18-1,-1-17,-17 36,0-19,0 19,0-1,-17 0,-1 18,-17-35,17 17,0-17,1-18,17 17,-18-17,1 18,-1-53</inkml:trace>
  <inkml:trace contextRef="#ctx0" brushRef="#br0" timeOffset="80815.9568">15752 14393,'35'53,"0"18,0-18,1 17,-19-17,-17-18,18 18,-18-17,0-1,0 18,-18 0,-17-18,0 0,-1 18,19-35,-18 17,-1-17,19-18,17 17,-18 1,18 0</inkml:trace>
  <inkml:trace contextRef="#ctx0" brushRef="#br0" timeOffset="81151.1298">16686 14499,'-17'18,"-1"-18,0 53,1 0,-1-18,1 18,-1 35,18-17,-18 17,18-35,0 0,0-18,18 0,-18 0,0-17,0 0,0-1,18 19,-1-19,1 1</inkml:trace>
  <inkml:trace contextRef="#ctx0" brushRef="#br0" timeOffset="81838.9161">16863 14676,'17'0,"-17"35,0 0,0 0,0-17,0 17,0-17,0 0,0 17,-17-35,17 17,35-17,0 0,1 0,-1 0,-17 0,-18-17,17 17,1 0,-1 0,-34 0</inkml:trace>
  <inkml:trace contextRef="#ctx0" brushRef="#br0" timeOffset="82171.7571">16880 14728,'0'53,"18"0,-18 18,0-36,18-17,-18 17,0 0,0 18,0-35,-18-18,18 18,0-1,-18-17,18 18,0-1,-17 1,17 0</inkml:trace>
  <inkml:trace contextRef="#ctx0" brushRef="#br0" timeOffset="82407.0505">17286 14940,'0'0,"18"18,-18 17,17-17,1 17,-18-17,0-1,0 1,0 0,0-1,-18 18,1 1,-1 17</inkml:trace>
  <inkml:trace contextRef="#ctx0" brushRef="#br0" timeOffset="83284.5697">17586 14323,'-18'0,"18"17,0 19,-17-19,17 19,0-1,0-17,17 34,-17-16,36 17,-19-36,19 19,-19 16,18-16,-17-1,-18-17,18 17,-1-35,-17 18,0-1,0 1,0 17,-35 0,17-17,-34 17,-19 1,36-19,-18 1,17 0,19-18,-1 0,18-18,0-17,0-1,18-17,-1 36,1-19,17-16,1 16,-1 19,0-19,-17 19,0-19,17 19,-18-1,-17-17,0 17,0 1,0-1,-17 18,-1 0,18-18,-17 18,-1-17,0 17,1 0,-1-18,-17 0,17 18</inkml:trace>
  <inkml:trace contextRef="#ctx0" brushRef="#br0" timeOffset="83700.565">18150 14252,'18'0,"0"0,35 88,-18-17,0 0,0 17,-35-35,18 35,-18-35,0 17,-18 1,-17-1,0-17,35-35,-35 17,17-17,0-18,1 18,-1-18,0 17,1-17,-1 0,0 0,1 0,-1 0</inkml:trace>
  <inkml:trace contextRef="#ctx0" brushRef="#br0" timeOffset="85113.9395">19297 14235,'18'0,"-18"17,0 18,-18 18,0 0,-17 36,0-19,17 18,18-17,18 35,-1-53,36-1,-35 1,35-17,-18-1,-17-17,-18 17,17-35,-17 18,18-1,0-17,-18 18</inkml:trace>
  <inkml:trace contextRef="#ctx0" brushRef="#br0" timeOffset="85902.798">19914 14870,'18'0,"-18"-18,0 0,0 1,0-1,0 0,0-17,0 17,-18-17,1 18,-1-1,-17-17,17 17,0 18,-17-18,18 18,-1-17,0 17,18 53,18 17,0-52,17 35,-18-18,19 0,-1 1,-17-19,17 18,0 1,0-19,-17-17,-18 36,35-36,-35 17,0 1,0 0,0-1,-17 1,-1 17,0 0,1-35,-18 18,35 0,-18-1,0-17,1 0,-1 0,0-17,18-19,0 19,0-36,0 35,36-17,17 0,-18-1,-35 19,35 17,0 0,-17 0,0 0,-1 0,1 17</inkml:trace>
  <inkml:trace contextRef="#ctx0" brushRef="#br0" timeOffset="86185.3542">20302 15064,'36'35,"-19"18,1-53,-18 35,0-17,18-18,-18 17,0 1,0 0,-18-1,0-17,18 18,36-18</inkml:trace>
  <inkml:trace contextRef="#ctx0" brushRef="#br0" timeOffset="86606.0112">20567 14834,'35'0,"0"0,1 36,-1-19,-17 1,-1-18,1 17,-18 1,0 0,0 17,-18-17,-17-1,35 1,-35 0,35-1,-18-17,36 0,-1-17,1 17,0 0,-1 0,19 17,-1-17,35 0,-34 0,52 0,-35 0</inkml:trace>
  <inkml:trace contextRef="#ctx0" brushRef="#br0" timeOffset="86904.2069">21202 14799,'0'0,"53"88,-18-53,-17 36,17-18,-35 0,18-18,-18 18,0-18,-18 18,0-35,18 17,-35 0,17-17,-17 0,35-1,-17 1,-1-18,18 18</inkml:trace>
  <inkml:trace contextRef="#ctx0" brushRef="#br0" timeOffset="87652.1449">22066 15081,'0'0,"18"0,17-35,-17 17,17-35,-17 53,-1-35,1-18,0 0,-1 36,-17-19,0 19,0-19,0 1,0-18,-17 36,-19-1,19 0,17 1,-18 17,0 0,18 17,0 1,0 17,0 18,0-35,0 17,18 0,0-17,-1 17,1 1,0-1,-1-18,1 19,0 17,-1-36,-17 1,0 17,0 1,0-19,-17 1,-19 17,19 0,-36 1,17-36,19 0,-1 0,1 17,-1-17,36-53,17 36,-18-19,19 1,-1 35,18-35</inkml:trace>
  <inkml:trace contextRef="#ctx0" brushRef="#br0" timeOffset="87943.2007">22507 15011,'18'0,"17"17,-35 19,18-1,-18 0,0-17,0-1,0 1,0 0,-18-1,0-17,18 18</inkml:trace>
  <inkml:trace contextRef="#ctx0" brushRef="#br0" timeOffset="88551.5556">22613 14693,'18'-17,"-1"17,1 17,0-17,-1 18,19-1,-19 1,1-18,-1 0,-17 18,0-1,0 1,-17 17,-18 1,-18 16,-18-16,36-36,17 0,36 0,17 0,-17-18,-1 18,1 0,0 0,-1 0,1 18,0-18,17 17,-35 1,17 0,-17-1,0 1,0 0,0 17,0 18,0-36,-35 19,35-19,-17-17,17 18,-18-18,18 18,-18-1</inkml:trace>
  <inkml:trace contextRef="#ctx0" brushRef="#br0" timeOffset="88850.084">23160 14517,'17'0,"1"53,17 0,-17 0,17-1,-17-16,0 17,-1 0,-17-36,0 18,0 1,0-19,0 19,-17 17,-19-36,1 36,-18 18,-17-1,-72 18,72-35</inkml:trace>
  <inkml:trace contextRef="#ctx0" brushRef="#br0" timeOffset="89266.2372">21960 14623,'0'0,"-17"0,17 35,0 35,0-17,0 0,0 18,0-18,0 17,0-17,17-17,1-19,0 18,-1-17,1 17,17-17,-17 17,0-17,34 35,37 17,-19-34,18-1,18-17</inkml:trace>
  <inkml:trace contextRef="#ctx0" brushRef="#br0" timeOffset="89726.0592">24007 14623,'-36'17,"19"-17,-1 53,-17 0,17 18,-17-18,17-1,0 1,18 18,0-36,0 1,0-19,18-17,-18 35,18 1,-18 17,17-18,-17 18,36 0,-19 0</inkml:trace>
  <inkml:trace contextRef="#ctx0" brushRef="#br0" timeOffset="90388.2674">24183 15187,'0'-35,"0"17,0-35,0 0,18-17,-18-18,17 35,-17 0,0 0,0 35,-17 18,-1 0,0 35,18-17,0 35,0-18,0-17,18 17,0 0,17 1,-18-1,19-17,-19 17,-17-17,0-1,0 1,0 0,0-1,0 1,-35-1,0 19,0-19,-1 1,19-18,-1 0,18 18,0-36,18 18,-1-18,1-17,17 17,-17 18,-1-17</inkml:trace>
  <inkml:trace contextRef="#ctx0" brushRef="#br0" timeOffset="90656.7308">24465 15081,'18'0,"-1"0,-17 18,18 0,-18-1,0 1,0 17,0-17,0-1,0 19,0-1,35-35</inkml:trace>
  <inkml:trace contextRef="#ctx0" brushRef="#br0" timeOffset="91241.3116">24642 15099,'17'-18,"-17"1,18-19,-18-17,17 36,-17-36,0 0,18 18,-18-18,0 0,0 0,0 18,-18-18,1 17,-1 19,1-1,-1 1,0 17,18-18,0 53,0 0,0 1,18 17,0-36,-1 36,1 0,17 0,-17-53,-1 35,1 1,0-19,-18 1,17-1,-17 1,0 0,0-1,0 1,-17 17,-1 1,0-1,1 0,-19-17,19-1,-1-17,18 18,0-36,0 1,0-18,18-18,-18 17,17 19,19-19,-19 1,19-18</inkml:trace>
  <inkml:trace contextRef="#ctx0" brushRef="#br0" timeOffset="91554.4776">24871 14552,'0'0,"35"0,18 18,0 35,17 0,-34-1,17 1,-53-35,35 17,-17 1,-1-19,1 1,-18-1,0 1,0 17,0-17,-18 17,1 1,-19-1,19 0,-36 18</inkml:trace>
  <inkml:trace contextRef="#ctx0" brushRef="#br0" timeOffset="93828.7085">8449 15910,'18'18,"-1"35,19 17,-19-17,-17 0,18 0,-18 0,0-18,0-17,0 0,53-89,53-70,-53 70,35-34,-35 52,17 35,-35 0,-17 36,17 35,-17-18,17 18,-17 0,-18-35,0 35,0-36,0 1,0-1,0 1,18-71,34-35,-16 35,-1 35,-17 18,17 18,18 53,-18-18,-35-1,35 1,-17-35,0 0,-1-1,-17 1,36 0,34-18,54-18,-19-53,-34 36,-36-18,-35 18,-17 0,-36-1,0 19,0-19,18 19,-1-1,19 18,17 18,0 17,0 0,0 1,0-1,0-17,0-1,0 1,0-1,35-34,0-18,-17-1,0 19,-18-19,17 1,-17 17,0 1,0-18,-17 35,34 0,18 17,-17 18,0-17,-1-18,1 18,-18 17,18-35,17 0,0-35,1-18,-1 18,-35-1,0 19,0-1,17 18,-17-18,18 18,0 0,17 36,18 17,-18-1,18-16,-35 17,17-18,-17-17,-1-1,1 1,-18-1,18 1,-18 0,0 17,0-17,0-71,0 17,-18-16,-17-19,17-17,-17 0,-18 17</inkml:trace>
  <inkml:trace contextRef="#ctx0" brushRef="#br0" timeOffset="94045.103">10248 15787,'18'0,"-18"53,17 0,-17-18,0 18,-17 0,-1-18,1 0,17-17,-18 0,0-1,18 1</inkml:trace>
  <inkml:trace contextRef="#ctx0" brushRef="#br0" timeOffset="94955.4538">12859 16087,'-18'0,"0"35,-34 18,34-18,-35 36,0-18,18 17,0-17,17-18,0 18,18-35,18-18,0 0,-1 0,54 0,-1 18,54 34,-36-52,35 0,-17 0,0 0,-53 0,-18 0,-17 0,-36 0,1 18,-1-18,0 0,1-18</inkml:trace>
  <inkml:trace contextRef="#ctx0" brushRef="#br0" timeOffset="95241.272">13000 16245,'17'0,"1"106,-18 88,0-70,0-1,0-52,0-18,-18 0,18 0,-17-36,17 1,0-1,0 1,-18-18,1 18,52-1,53-17</inkml:trace>
  <inkml:trace contextRef="#ctx0" brushRef="#br0" timeOffset="95854.2477">14640 16245,'0'18,"-17"35,17 0,-36 0,36 0,-17 0,17-36,0 1,0 0,17-18,1 0,17 0,18 0,18 0,17 0,35 0,-52 0,0-18,-36 0,-18 18,-34 0</inkml:trace>
  <inkml:trace contextRef="#ctx0" brushRef="#br0" timeOffset="96149.9322">14993 16334,'0'35,"18"35,-18 89,0-106,0 0,0 0,-18-18,18 0,0 1,-18-19,18 1,0 0,-17-18,-1 17,18 1,-18-18</inkml:trace>
  <inkml:trace contextRef="#ctx0" brushRef="#br0" timeOffset="97111.4668">16739 16510,'18'-18,"0"18,-1 0,-17-35,18 17,-18 1,17-1,-17 1,0-1,0 0,0 1,0-1,-17 18,17-18,-18 18,1 0,-1 0,0 0,1 0,-1 0,-17 0,-1 0,36 36,0-19,-17-17,17 36,0-19,0 1,0-1,35 1,-17-18,17 35,0 1,18 17,-18-36,-17 1,0-1,-1 19,-17-19,0 1,0 0,0 17,0-17,-17 17,-19 0,1 0,-18 1,18-19,-18-17,18 0,0 0,17 0,-17 0,35-35,0 17,0-35,0 1,17 52,36-53,-18 35,18-17,0-1,-17 36,-1 0,-18 0,19 0,-1 0,-17 0,-1 0,1 18,17 0,36-1,-1 1</inkml:trace>
  <inkml:trace contextRef="#ctx0" brushRef="#br0" timeOffset="97987.1176">19262 16757,'17'-18,"-17"1,18 17,0 0,-1 0,18-18,-17 0,0-17,-1 35,19-35,-36 17,0-17,0 0,0-1,0-17,-18 1,0-1,-17 35,0 0,0-17,17 0,-35-1,-18 19,-17 17,-18 17,54-17,-1 36,17 17,19-18,17-17,0 35,17-18,1 0,0-17,35 35,-1 0,-16-1,17-16,-18-1,-17-17,-1 17,1-35,-1 18,-17-1,0 1,0 17,-17-17,-36-1,18 36,-18-17,0-19,0-17,35 18,1-18,-1 0,0-35,18-1,0 1,0 0,0-1,18 19,17 17,1-18,16 1,19 17,0 0,17 0,53 17,-18 1,1-1</inkml:trace>
  <inkml:trace contextRef="#ctx0" brushRef="#br0" timeOffset="98801.9261">21608 16739,'0'0,"35"-35,-17 35,-1-35,-17-1,35-16,-17 34,17-35,18-18,-17 1,-19 17,1 0,-18 18,0-18,0 18,-18 17,1 18,-1-18,0 1,-17-1,0 0,-1 18,19 0,-18 0,-1 36,1-1,17 35,-17 1,35 17,0-35,0-35,18 17,-1 0,1 1,17-19,-17 1,17 17,18 0,-35 18,17-35,-35 0,0-1,0 1,0 0,0 17,-18-18,-35 36,-17-35,-18 35,17-35,-35-1,71-17,17 0,-17 0,35-17,-18 17,1-18,17 0,0-17,0 17,0 1,17-19,19 19,17-18,0 17,17 0,-35 1,54 17,-36 0,35 17,-18 1,1 17</inkml:trace>
  <inkml:trace contextRef="#ctx0" brushRef="#br0" timeOffset="99635.8865">23036 16651,'18'0,"-18"-18,18 18,-18-17,17-1,36-35,18-17,17-18,-35-18,35 0,0-18,-35 19,-35 34,-18 18,0 35,0 1,-18 17,1-35,-19 35,1-18,-18 18,-17 0,34 0,1 18,0 34,-1 1,1 0,0-17,35-19,0 18,0 1,17-19,1 19,17-19,-17 36,0-35,17 17,0 18,18-18,-35 1,17-19,-35 1,0 0,0-1,18-17,-18 18,0-1,-18 1,-17 35,-18-35,0 17,-18 0,1-17,-1-1,36-17,0 0,17 0,0 0,1 0,-1-17,18-1,0 1,0-1,0 0,18-17,-1 35,-17-18</inkml:trace>
  <inkml:trace contextRef="#ctx0" brushRef="#br0" timeOffset="100504.4307">9472 17445,'0'17,"0"72,0 34,0-35,0 1,-18 16,1-34,-1-36,18 18,0 0,-17-35,17 17,0-17,0-1,-18-17,0 18,1-18,17-35</inkml:trace>
  <inkml:trace contextRef="#ctx0" brushRef="#br0" timeOffset="100917.81">9049 17251,'88'-53,"88"0,107 0,34 53,-52 0,-71 18,-36 17,-105 0,-17-17,-36 0,0-1,0 54,0-1,0 1,-71-1,36-17,-1-17,-34 17,-18-18,0 0,17-17,0-1,-17 1,18-18,17 0,17 0,1 0,18 0,-1 0</inkml:trace>
  <inkml:trace contextRef="#ctx0" brushRef="#br0" timeOffset="101786.6122">11077 17551,'18'0,"-1"35,19 106,-19 0,-17 18,0-71,0 0,0 1,0-1,0-53,0-17,0-1,0 1,0 0</inkml:trace>
  <inkml:trace contextRef="#ctx0" brushRef="#br0" timeOffset="103229.5132">12065 17903,'-18'36,"18"34,0 18,0-17,0-18,0 18,0-36,18 18,0-53,-1 0,1 0,0 0,17 0,18 0,-18 0,36-36,-36 1,0 0,-17 0,-18 17,0 0,-18-17,-17 35,17-35,-17 17,0-17,-18 17,35 18,-17-17,17 17,1 0,-1 0,0 0,18 17,-17 18,17 18,0 0,35-17</inkml:trace>
  <inkml:trace contextRef="#ctx0" brushRef="#br0" timeOffset="103491.004">12418 18186,'0'0,"17"0,1 17,-18 19,18-1,-18-17,0 17,0-18,0 1,0 0,0 17,0-17,0-1,0 1,0 0,35-18</inkml:trace>
  <inkml:trace contextRef="#ctx0" brushRef="#br0" timeOffset="103811.336">12753 17762,'0'0,"18"71,-18 52,17 1,18-1,-35-34,-17-1,-1 18,18-18,-17-18,-1 1,18-18,0 0,0-18,0-17,0-1,0 1,-18-18,18 18,-17-1,34-34</inkml:trace>
  <inkml:trace contextRef="#ctx0" brushRef="#br0" timeOffset="104520.5674">13758 18292,'0'52,"0"1,0-17,0-19,18 19,0-19,-18 1,17-18,19-18,-1-17,-18 17,-17 1,0-1,0-17,-17-1,17 19,-35-1,-1 1,36-1,-35 0,17 18,1 0,17 18,17 35,19-18,-1-17</inkml:trace>
  <inkml:trace contextRef="#ctx0" brushRef="#br0" timeOffset="104769.5084">14217 18362,'18'0,"-1"0,1 35,-1 1,-17-19,18 19,-18-19,0 1,0-1,0 1,-18-18,18 35,-17-35</inkml:trace>
  <inkml:trace contextRef="#ctx0" brushRef="#br0" timeOffset="105351.0128">14693 17815,'0'0,"18"36,17-1,-35-18,0 1,0 0,0-1,0 1,0 17,-35 18,0-18,-36 18,-35 0,36 0,-1-17,18-19,18 1,35-1,17-17,54-17,0-18,-18 35,-1 0,1 0,0 17,-35 1,17 17,-17-35,-1 35,-17 18,0-35,0 17,0-17,0 35,0 0,-17 0,-1-36,-17 18,17 1,-17-19,35 1,-18 0,1-18,-1 17,18 1,-18-18,1 0,52 0,53-35</inkml:trace>
  <inkml:trace contextRef="#ctx0" brushRef="#br0" timeOffset="105967.4876">15628 18256,'0'18,"0"17,-18 18,18-18,0 18,0 0,0-35,0-1,0 1,0 0,53-36,-53-17,0 0,18-1,-18 1,0-18,0 18,0 0,-35-1,17 36,18-17,-18 17,18-18,0 36,0 35,0-1,53 1</inkml:trace>
  <inkml:trace contextRef="#ctx0" brushRef="#br0" timeOffset="106256.0704">16016 18344,'18'-17,"-18"-1,35 36,-17 35,-1-18,-17 0,18 1,-18-19,18 18,-18 1,17-36,-17 17,0 1,-17 0,17-1,0 1,0 0</inkml:trace>
  <inkml:trace contextRef="#ctx0" brushRef="#br0" timeOffset="106696.1435">16739 18186,'0'17,"-17"19,-19-1,1 18,0 17,0-17,17-17,0-1,18-18,0 1,0 0,18-18,0 17,-1 1,36 17,0-35,-18 18,36 0,-18-18,17 0,-34 0,-1 0,18 0,-36 0,36 0,-17 0,-1 0,18 0,-36 0,19-18</inkml:trace>
  <inkml:trace contextRef="#ctx0" brushRef="#br0" timeOffset="107039.3455">17057 18292,'17'52,"-17"19,0 17,0-17,0 17,0-35,0 17,0-17,0 0,-17-17,-1-1,18 0,-17-35,-1 18,18-1,-18-17,1 0,-1 0,89 0,17 0</inkml:trace>
  <inkml:trace contextRef="#ctx0" brushRef="#br0" timeOffset="107733.8113">18397 18556,'0'18,"0"35,-17-18,17 18,0-18,0-17,0 17,17-35,-17 18,0-54,0 1,0 17,0-34,0 34,0-17,0-1,-17 36,-1 0,18 18,0 0</inkml:trace>
  <inkml:trace contextRef="#ctx0" brushRef="#br0" timeOffset="108019.7168">18486 18697,'0'0,"0"35,17 1,-17-19,0 36,0-17,0-19,0 1,0 0,0-1,0 1,-17-1,17 19,0-19</inkml:trace>
  <inkml:trace contextRef="#ctx0" brushRef="#br0" timeOffset="108479.3943">18644 18715,'0'17,"0"19,0-19,0 1,18 0,-18-1,18-17,34 0,-34 0,0-35,-18 17,0 1,0-19,0 19,-36 17,1-18,35 1,-35-1,17 18,1 0,17 18,-18-18,36 17</inkml:trace>
  <inkml:trace contextRef="#ctx0" brushRef="#br0" timeOffset="109021.089">19297 18292,'18'35,"-1"18,-17-18,0 18,0 0,-35 0,17-36,1 19,-1-1,0-17,1-18,17 17,-18-17,18-17,0-36,0 35,35-17,-35-1,53 1,-17 35,16 0,-34 0,17 0,-17 0,17 35,1 18,-1-35,-17 17,-1 1,-17-19,0 1,0-1,0 1,-17 17,-19-17,-17 17,18-17,-36 17,1-17,17 0,18-18,-1 0,19 0,-1 0,1-18,17-35</inkml:trace>
  <inkml:trace contextRef="#ctx0" brushRef="#br0" timeOffset="109257.5661">19315 18274,'0'0,"35"-18,18 18,17 18,-17 0,-17-1,16-17,-16 0,-19 0,1 0,0 0,-18 18</inkml:trace>
  <inkml:trace contextRef="#ctx0" brushRef="#br0" timeOffset="110719.4685">21414 18168,'-18'0,"0"0,-35 18,18 17,0-17,17 35,18-1,0 1,18-17,-1-1,19 0,-1 0,0-17,1 0,-19-1,1-17,0 0,-1 0,1 0,35-17,-18-1,18-17,-18 0,0-18,-17 17,-18 1,-18 17,1 18,-1-35,-17 18,17-1,1 18,-1-18,0 18,1 0,-1 0,0 0</inkml:trace>
  <inkml:trace contextRef="#ctx0" brushRef="#br0" timeOffset="111018.3548">21766 18433,'0'0,"53"53,-35-18,17 35,-17-34,-1-1,1 0,-18-17,18-18,-18 17,-18-17,53-70,54-36</inkml:trace>
  <inkml:trace contextRef="#ctx0" brushRef="#br0" timeOffset="111485.8311">22454 17886,'0'0,"18"70,-18 19,18 34,-1 1,-17-36,0-18,0-17,0-18,0 1,0-19</inkml:trace>
  <inkml:trace contextRef="#ctx0" brushRef="#br0" timeOffset="111955.281">22860 17851,'0'-18,"18"18,-1 0,1 18,17-1,0 18,1 1,-19-1,1-17,17 17,-17-17,-18-1,18 1,-18-1,0 1,0 0,0 17,-18-17,-17 17,-1-17,19 17,-36-17,18-18,17 0,36 0,-1 0,1 0,17 17,18 18,0-17,0 17,0-17,-18 0,36-1,52-17</inkml:trace>
  <inkml:trace contextRef="#ctx0" brushRef="#br0" timeOffset="112465.9275">23742 17992,'0'17,"0"1,-18 35,18 0,0-18,0 18,0 0,0-35,18-1,-18 1,18-18,-1 0,1 0,17-18,0-17,-17 0,-18 17,0-17,-18-1,1 19,17-1,-36 0,1 1,35-1,-35 18,17 0,18 18,53-1</inkml:trace>
  <inkml:trace contextRef="#ctx0" brushRef="#br0" timeOffset="112747.5026">24165 18080,'18'35,"-18"-17,0 17,0-17,0-1,0 1,0 0,0-1,0 19,0-1,0 0,35-53</inkml:trace>
  <inkml:trace contextRef="#ctx0" brushRef="#br0" timeOffset="113202.9371">24253 18009,'0'18,"0"17,0 18,18-35,-18 17,0-17,18-18,-18 17,17-17,1 0,17 0,1-35,-19 35,1-35,-18-1,0 19,0-18,-18 35,1-36,-1 19,0-1,1 18,-1-18,0 18,1-17,-1 17,0 0,1 0,17 17</inkml:trace>
  <inkml:trace contextRef="#ctx0" brushRef="#br0" timeOffset="113778.0514">24500 17586,'18'0,"0"0,17 18,0-1,-17 19,-18-19,18-17,-18 18,17-1,-17 1,0 0,-17 17,-54 18,0-35,1 34,17-16,0-19,124-52,-1 17,1 18,-36-17,-17 17,-1 0,1 17,0-17,-1 18,-17 0,18-1,-18 1,17 0,-17-1,0 19,-17-36,17 17,-35 1,17-1,-88 36,18 0,-124 18,-35-36,-53 18,-17-35</inkml:trace>
  <inkml:trace contextRef="#ctx0" brushRef="#br0" timeOffset="114614.0782">12435 17216,'0'-18,"18"18,123 0,53 0,35 0,36 0,-18 0,-71 0,-70 0,-35 0,-18 0,-36 0,19 0,-1 0,53 0,36 0,123 0,70 18</inkml:trace>
  <inkml:trace contextRef="#ctx0" brushRef="#br0" timeOffset="115069.4202">18009 17339,'88'0,"124"35,88 36,159-18,-1 0,-17-18,-17 0,-89-35,-88 0,-53 0,-159 0,-17 0,-18-17</inkml:trace>
  <inkml:trace contextRef="#ctx0" brushRef="#br0" timeOffset="116067.6852">776 17110,'0'-18,"0"0,35 18,89 18,140 0,107 35,317 17,123 54,53-19,124 19,53 52,-53-52,-1-1,-16 1,-160-54,-123 36,-300-53,-176-53,-142 0,-70 18,0-1,-88-52,-88-88</inkml:trace>
  <inkml:trace contextRef="#ctx0" brushRef="#br0" timeOffset="116818.3785">2311 15787,'0'17,"-18"125,18 87,0 35,0 19,-53 52,-17-35,-19 0,19-1,-1-69,18-19,18-17,17-70,1-71,-1 17,18-34,0-1,0-17,-17-18,-19-71,19-123</inkml:trace>
  <inkml:trace contextRef="#ctx0" brushRef="#br0" timeOffset="117645.4767">1076 15857,'18'-17,"17"17,0 0,53 17,53 19,1-1,-19 0,-35 0,-35-35,-18 0,1 18,-36 0,0 17,-71 36,-35-19,36 19,-36-18,18 0,-18 35,35-53,36 18,35-35,-18 0,18-1,18 1,35-1,-35 1,35 17,17 1,36-1,17 18,36-18,53 18,-1-18,-34 1,-54-19,-52 1,-53-18,-107-35,-34-36,-18 18,-18-17,-17-1,-36-35</inkml:trace>
  <inkml:trace contextRef="#ctx0" brushRef="#br0" timeOffset="118020.6254">564 16157,'0'-17,"18"17,17 0,36 17,35 18,17 1,1 34,-18 1,-1-18,-34 0,17 17,-35-17,-18-35,18 17,-18 0,-17-17,0 0,17-18,-17 17,-18 1,17-18,-17 18</inkml:trace>
  <inkml:trace contextRef="#ctx0" brushRef="#br0" timeOffset="118606.6429">3510 16192,'-18'0,"1"0,-1 36,-35 34,0 1,0-18,1 35,-1-53,17 18,19-18,17-17,17-18,124 53,89 18,17-1,17-52,-70 35,-17-36,-124-17,0 18,-36-18,-17 18,-35-36,-71-70</inkml:trace>
  <inkml:trace contextRef="#ctx0" brushRef="#br0" timeOffset="118888.9657">4004 16492,'0'36,"35"52,1 18,-1 17,0-35,-17 18,-1-18,-17 36,0-54,0 1,0-36,0 18,0-35,0-1,-17-17,-1 18,18 0,35-36,107-17</inkml:trace>
  <inkml:trace contextRef="#ctx0" brushRef="#br0" timeOffset="119708.3775">5680 17198,'17'0,"1"-18,17 18,18-35,-35 17,35-17,17 0,-17 0,18-18,-18 17,-36 1,1 17,-18-17,0 0,0 0,0-1,0 1,-18 17,-17-35,17 18,-35 0,18 0,-18 17,0-17,18 17,17 18,1 0,-1 0,1 0,17 18,-18 17,18 0,0 36,0-18,18 17,17-17,-18-18,54 54,-36-54,18 18,0 0,0 0,-18 0,1-36,-19 19,1-19,0 1,-1-1,-17 1,0 0,0-1,0 1,-17 17,-19-17,-17 0,0-1,0-17,18 0,18 0,-1 0,18-70,0 52,0-17,18-1,-18 19,0-1,17 18,1-17,-36 17</inkml:trace>
  <inkml:trace contextRef="#ctx0" brushRef="#br0" timeOffset="120442.116">776 17639,'0'0,"0"70,0 54,18-1,-1-34,19 16,-36-34,0-36,0 18,0-18,17-17,-17 0,0-1,-17 1,-1-18,18-71,0-17,-35 18</inkml:trace>
  <inkml:trace contextRef="#ctx0" brushRef="#br0" timeOffset="120927.9138">512 17462,'0'0,"123"0,18 0,-17 0,-36 0,18 18,-53 0,-18-1,-18 1,1-18,-18 18,18-18,-18 17,17 19,-17-1,0-17,0-1,-17 1,17-1,-18 1,-17 17,0-17,17 0,0-1,1-17,-1 0,18 18,-18-18</inkml:trace>
  <inkml:trace contextRef="#ctx0" brushRef="#br0" timeOffset="123116.9865">3140 18097,'-18'0,"0"0,1 0,-1-17,1 17,-1 0,0 17,18 1,0 35,0 0,0-35,0 17,18-17,-18-1,35-17,-17 0,-1 0,1-35,-18 0,0 17,0-17,0-18,0 17,0 19,-18-18,18-1,-17 36,17-17,-18 17,1 0,-1 0</inkml:trace>
  <inkml:trace contextRef="#ctx0" brushRef="#br0" timeOffset="123507.424">3457 18133,'18'0,"-1"0,1 35,-18-17,18-1,-18 1,17 0,-17-1,0 1,36 0,17-18,17-18</inkml:trace>
  <inkml:trace contextRef="#ctx0" brushRef="#br0" timeOffset="123967.6672">4322 17868,'-18'18,"0"17,-17 18,17-35,1 35,-1-1,0-16,1-19,17 1,-18 0,18-1,18-17,-18 18,17 0,1-18,0 0,-1 17,19 19,-1-19,18-17,0 18,0-18,0 0,-18 0,35 0,-34-18,-19 18</inkml:trace>
  <inkml:trace contextRef="#ctx0" brushRef="#br0" timeOffset="124296.2781">4410 18115,'0'35,"17"18,-17 0,0 0,0 18,0-18,0 0,0 17,-17-17,17-35,0 17,0-17,0-1,-18-17,18 18,-18-18,1 0</inkml:trace>
  <inkml:trace contextRef="#ctx0" brushRef="#br0" timeOffset="125194.4517">5380 18309,'-18'0,"1"35,-1 18,18-35,0 17,0 1,18-19,-18 1,17-18,1 0,-1 0,-17 17,18 1,0-18,17 0,0 0,-17-18,-18 1,18 17,-1-18,-17 1,-17-1,17 0,0 1,-36-1,19 0,-1 1,0 17,1 0,-1-36,-17 36,17-17,1-1,-19 18,1 0,35-17,0-1,18 36,17 52,35 36,1-18</inkml:trace>
  <inkml:trace contextRef="#ctx0" brushRef="#br0" timeOffset="125477.6794">5750 18574,'0'0,"18"0,0 0,-18 35,0-17,0 17,0-17,17 17,18 0,36-17</inkml:trace>
  <inkml:trace contextRef="#ctx0" brushRef="#br0" timeOffset="126140.3173">6438 18168,'-35'0,"-18"53,18 0,17 0,0 35,1-17,17 17,0-35,0 0,17-1,1-16,17-1,-17-35,-18 18,18-1,-1 1,1-18,17 0,0-18,-17 1,-18-1,0-17,0-1,0 1,0 18,-35 17,35-18,-35 0,17 18,36 0,-1 0,1 0,-18-17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18:29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 1552,'-18'0,"1"35,17 18,-18 0,-35 36,53-37,-53 37,18-19,17-17,-17 18,18-54,-1 1,18 0,-18-18</inkml:trace>
  <inkml:trace contextRef="#ctx0" brushRef="#br0" timeOffset="972.1923">1111 1782,'18'0,"0"0,-1 0,1 0,-1-18,1 18,0-18,17 18,-17-17,-1-36,1 0,17 0,-17 18,17-18,-35 0,35 0,-35 18,0-1,0 19,-17-1,17 0,-18 18,0 0,1 0,-36-17,0 17,-18 0,36 0,-18 17,18 1,0 0,17-18,0 17,18 1,0 17,18 18,17 0,18 18,0-19,-18 1,18 0,0-35,-17 35,-1-18,0 18,-17-18,-18-17,17 17,-17 1,0-19,0 1,0-1,-17 19,-1-19,-17-17,0 0,-18 0,35 0,0 0,1 0,-19 0,1 0,18-17,-1-19,0 19,18-1,0-17,0 17,18-35,35 18,-36 0,36 17,0-17,-17 35,-19-18,18 18,-35-17,18 17</inkml:trace>
  <inkml:trace contextRef="#ctx0" brushRef="#br0" timeOffset="1251.0353">1852 1834,'0'18,"0"0,0-1,0 1,0 0,0-1,0 1,35 0,54-18</inkml:trace>
  <inkml:trace contextRef="#ctx0" brushRef="#br0" timeOffset="1550.2172">3351 1411,'0'35,"0"1,18 34,-18 1,0-1,0 19,0-37,0 19,0 0,0-36,0 0,-18-17,18-1,0 1,-17-18</inkml:trace>
  <inkml:trace contextRef="#ctx0" brushRef="#br0" timeOffset="1933.0714">3563 1587,'35'0,"1"18,17 0,-36 17,18 0,1 1,-1-1,-17 18,-1-18,-17 18,18-35,-18 17,18 0,-18-17,0 17,-18 0,18-17,-35 17,17-17,-17 0,-1-18,-16 0,16 0</inkml:trace>
  <inkml:trace contextRef="#ctx0" brushRef="#br0" timeOffset="2271.9601">3052 1517,'0'18,"-36"-1,-17 1,18 17,17-17,1 35,-1 0,18-18,0 35,0 1,53-18,-18 0,1 0,-1-18,18 0,-18 1,18 16,-18-34,-17 0,0-18,-1 0,1 0,35 17</inkml:trace>
  <inkml:trace contextRef="#ctx0" brushRef="#br0" timeOffset="2728.3588">4551 1358,'17'0,"1"0,0-17,17 17,-17 0,35 0,-1 0,-16 0,17 17,17-17,1 18,-18-18,0 17,0-17,-18 0,-18 0,-17 18</inkml:trace>
  <inkml:trace contextRef="#ctx0" brushRef="#br0" timeOffset="3150.0696">4798 1446,'0'36,"-18"17,0-18,1 35,-1 36,18-53,-17 0,17 18,-18-18,18-18,0 0,0-17,0-1,18-17,17 0,18 36,0-19,0 1,-18 0,18-18,-18 0,0 0,-17 0,-36 0</inkml:trace>
  <inkml:trace contextRef="#ctx0" brushRef="#br0" timeOffset="3448.2326">4815 1817,'18'0,"0"-18,17 18,-17 0,35 0,-18-17,-18 17,19 0,-1 0,-17 0,17 0,35 0,-17 0,53-18,0-53</inkml:trace>
  <inkml:trace contextRef="#ctx0" brushRef="#br0" timeOffset="3744.5159">5768 1323,'-18'0,"-35"18,36 34,-19 1,19-17,-1 69,1-69,17 17,0 17,0-17,0-35,35 35,-18-36,19 1,-36 0,35 17,0-17,-17-18,17 17,-17-17,17 0,0-35</inkml:trace>
  <inkml:trace contextRef="#ctx0" brushRef="#br0" timeOffset="4024.8321">5944 1587,'18'0,"0"36,52 17,-17 0,53 0,-53-1,0-16,-18 17,-17-36,17 1,0 0,-17 17,-1-35,-17 17,0-34,18-36</inkml:trace>
  <inkml:trace contextRef="#ctx0" brushRef="#br0" timeOffset="4239.3757">6438 1640,'-17'18,"-19"17,1 18,0-17,-1 34,-16-17,16-18,1 18,17-18,1-35,-1 0,18 18,-18-18,18 18</inkml:trace>
  <inkml:trace contextRef="#ctx0" brushRef="#br0" timeOffset="4557.0641">6667 1252,'0'0,"36"18,-19 35,36 17,-17-17,-19 36,19-19,-19-17,-17 18,18-1,-18-35,0 36,0-18,-18-35,1 17,17-18,0 1,-18-18,0 0,1 0</inkml:trace>
  <inkml:trace contextRef="#ctx0" brushRef="#br0" timeOffset="5081.4273">7091 1676,'0'-18,"17"18,1 0,0-18,35 18,52 0,19 0,52 36,-17-19,-35-17,-72 0,1 18,-35-18</inkml:trace>
  <inkml:trace contextRef="#ctx0" brushRef="#br0" timeOffset="5925.8658">7232 2064,'0'-18,"18"18,17 0,53 0,0 0,36 0,-36 0,35 0,-34 0,-1 0,-35 0,0 0,-36 0,1 0,-18-18</inkml:trace>
  <inkml:trace contextRef="#ctx0" brushRef="#br0" timeOffset="16774.2298">8502 1535,'0'35,"0"35,-18 19,1 34,-1-35,18 0,-18 18,1-35,17-18,0 0,0-18,17-35,1 0,35-71,70-70</inkml:trace>
  <inkml:trace contextRef="#ctx0" brushRef="#br0" timeOffset="17076.6773">9331 1464,'0'71,"0"17,-18-18,18-17,0 18,0-1,-17 1,17-18,0-18,0 0,0-17</inkml:trace>
  <inkml:trace contextRef="#ctx0" brushRef="#br0" timeOffset="17329.4545">10001 1341,'0'17,"0"18,0 18,0 18,-35-1,17 1,-17-36,0 36,-1-18,1 0,0-18,0 0,-1-35,36 18,-17-18</inkml:trace>
  <inkml:trace contextRef="#ctx0" brushRef="#br0" timeOffset="17553.6562">9842 1358,'18'71,"53"17,17 18,-53-18,0-53,-17 18,17 0,-35 0,0-35,18-1,-18 1,18 0,-1 17</inkml:trace>
  <inkml:trace contextRef="#ctx0" brushRef="#br0" timeOffset="18054.3105">10372 1570,'0'0,"0"35,-18 53,18-17,0-1,0 1,0 0,0-19,0-16,18 17,-18-36,17-17,1 0,0 0,34-17,1-54,0 18,0-17,-17-36,34 35,-70 1,18-1,-18 18,0 36,-18-1,-17 0,17 18,1 0,-1 0,0 18,1-18,-1 0,0 18,1-1,-1 1,0-18,18 17,-17-17,17 18</inkml:trace>
  <inkml:trace contextRef="#ctx0" brushRef="#br0" timeOffset="18305.6312">10848 1764,'0'0,"18"35,17 36,-18-1,1-17,-18 0,0-35,0-1,18 1,-18 0,0-1,-18 1</inkml:trace>
  <inkml:trace contextRef="#ctx0" brushRef="#br0" timeOffset="18861.2765">11024 1482,'18'0,"0"0,-1 0,1 0,17 0,-17 35,17-17,0-1,-35 1,53-1,-35 1,-18 17,18-17,-18 35,0-18,0 1,-18 16,-17 1,-1-17,-17-1,0 0,18 0,18-17,-1-18,36 0,17 0,18 0,-18 18,-17-18,17 0,-17 17,-1-17,19 0,-19 18,1-18,-1 18,19-18,-19 0,19 0,-19-18,1-17</inkml:trace>
  <inkml:trace contextRef="#ctx0" brushRef="#br0" timeOffset="19484.7744">11800 1905,'18'0,"0"0,-1-18,1 18,17 0,-35-17,18 17,0 0,52 0,1 0,52 0,-35 0,0 0,1 0,-19 0,-17 0,-18 0,-17 17,0-17,-36 0,18 18</inkml:trace>
  <inkml:trace contextRef="#ctx0" brushRef="#br0" timeOffset="19829.0793">12347 1570,'0'53,"71"70,-36 36,-17-71,-1 18,-17-35,0 17,0-53,0 18,0-35,0-1,0 1,-17 0,17-36</inkml:trace>
  <inkml:trace contextRef="#ctx0" brushRef="#br0" timeOffset="21243.2784">13794 1517,'17'0,"-17"18,18-18,0 0,-1 0,-17 17,0 1,18-18,-1 17,-17 1,36 0,17 17</inkml:trace>
  <inkml:trace contextRef="#ctx0" brushRef="#br0" timeOffset="21478.2823">14499 1535</inkml:trace>
  <inkml:trace contextRef="#ctx0" brushRef="#br0" timeOffset="21783.5978">14676 1676,'0'0,"17"0,1 17,-1-17,-17 18,0 0,36-18</inkml:trace>
  <inkml:trace contextRef="#ctx0" brushRef="#br0" timeOffset="22072.1946">14834 1640,'0'0,"36"0,-19 0,1 0,52 0,19 18,-19-18,1 18,-1-18,-52 17,35-17,-18 0,-35 18</inkml:trace>
  <inkml:trace contextRef="#ctx0" brushRef="#br0" timeOffset="22338.0691">15099 1552,'35'124,"-17"-1,-1-35,-17 18,0-18,0-17,0-18,0-18,0-17,0 17,0-17,0-1,-17-17</inkml:trace>
  <inkml:trace contextRef="#ctx0" brushRef="#br0" timeOffset="22652.0194">15998 1446,'-17'36,"-1"34,18 18,0 1,0-1,0 18,0 17,18-70,-18 53,35-36,-17 1,17-53,0 35,-35-36,18 1,0-18,-1 17,1-17,-1 0</inkml:trace>
  <inkml:trace contextRef="#ctx0" brushRef="#br0" timeOffset="23213.6565">16369 1958,'0'-18,"18"18,-1 0,1 0,-1 0,1 0,0 0,-1 0,1 0,0 0,-1 0,1 0,0 0,17 0</inkml:trace>
  <inkml:trace contextRef="#ctx0" brushRef="#br0" timeOffset="23890.1084">16986 1535,'18'17,"35"1,-18 17,18-17,-35-1,-1 1,-17 0,0-1,0 1,0 0,0-1,-35 1,0 0,-18-1,-18 1,1-1,-1-17,53 0,-17 0,53 0,17 0,36 0,-18 18,17-18,-17 35,-18-17,1 17,-19-17,1 0,0-1,-18 18,17-17,-17 17,0 18,0-35,0 35,-17-18,-1-17,0 17,18-17,-17-18,-1 0,0 17,18-34,0-89,36-18,17-34,-18 34,-18 1</inkml:trace>
  <inkml:trace contextRef="#ctx0" brushRef="#br0" timeOffset="24136.3665">17480 1429,'35'53,"36"17,-18 18,-18-52,0 34,-17-17,0 18,-18-18,0-18,0 18,0 0,-18 0,0-36,-17 19,18-19,17 1,-18-18,-17 17,35 1,-18-18</inkml:trace>
  <inkml:trace contextRef="#ctx0" brushRef="#br0" timeOffset="24488.9426">18133 1640,'0'0,"0"36,0-19,0 36,-18-17,0-19,1 18,-18 1,35-19,-36-17,1 18,17 0,1-1,-1-17,0 0,1 0</inkml:trace>
  <inkml:trace contextRef="#ctx0" brushRef="#br0" timeOffset="24713.3832">18009 1623,'0'0,"36"0,-36 17,35 36,0 0,0-17,1-19,-19 18,-17 1,18-19,-18 1,0 0,0-1,0 1,35-18,36-35</inkml:trace>
  <inkml:trace contextRef="#ctx0" brushRef="#br0" timeOffset="25208.0503">18538 1517,'0'18,"0"34,-17 1,17 36,0-36,0-1,0 19,0-36,0 1,17-1,1-18,0 1,-18 0,17-18,19-18,-19 0,19-34,-19 16,1-17,-18 0,0-17,0 35,-18-36,1 36,-19-1,19 1,-1 35,-17 0,35-17,0-1,0 36,0 17,17-18</inkml:trace>
  <inkml:trace contextRef="#ctx0" brushRef="#br0" timeOffset="25463.5525">19015 1623,'0'17,"17"1,1 35,0-35,-18-1,17 19,-17-19,0 1,0-1,-17-17</inkml:trace>
  <inkml:trace contextRef="#ctx0" brushRef="#br0" timeOffset="25855.3274">19420 1164,'0'53,"0"0,0 35,0 18,0-18,-17 0,-1 18,-17 35,35-70,-18 17,1-35,17 0,0-35,0-1,0 1,-18-18,0 0</inkml:trace>
  <inkml:trace contextRef="#ctx0" brushRef="#br0" timeOffset="26346.1955">19897 1570,'0'0,"17"0,-17-18,18 18,0 0,-1 0,36 0,-35 0,-1 0,1 0,0 0,-1 0,1 0,0 0,-1 18</inkml:trace>
  <inkml:trace contextRef="#ctx0" brushRef="#br0" timeOffset="26784.1205">19861 1940,'0'0,"0"-17,18 17,0 0,-1 0,36 0,-18 0,-17 0,17 0,-17 0,0 0,-1 0,1 0,0 0,-18-18,17 18,-17-18</inkml:trace>
  <inkml:trace contextRef="#ctx0" brushRef="#br0" timeOffset="29057.7728">21449 1023,'0'18,"-35"-18,-1 53,1 0,-18 17,35-17,-17 18,35-19,-17-16,17-1,0 0,0-17,17-18,1 0,-1 0,19 0,52 0,35 0,1 0,-36 0,18-18,-71 18,-17 0,-1-17,1 17,0 0,-1 0,-17-18</inkml:trace>
  <inkml:trace contextRef="#ctx0" brushRef="#br0" timeOffset="29419.8642">21749 1235,'0'35,"0"53,0 18,0 35,17-17,-17-19,18 1,-18-18,0 1,0-19,18 1,-18-36,0 18,0-18,0-17,0 0,-18-18,0 0,71-124</inkml:trace>
  <inkml:trace contextRef="#ctx0" brushRef="#br0" timeOffset="29902.6138">23407 653,'0'0,"17"0,1 0,0 0,17 0,-17 0,-1 17,19 1,-36 0,35-18,-18 17,-17 1,36-1,-1 1,-17-18,-1 18</inkml:trace>
  <inkml:trace contextRef="#ctx0" brushRef="#br0" timeOffset="30520.8359">23566 882,'17'0,"18"0,1 0,34 0,1 0,-18 0,-36 0,36 0,-35 0,-18 18,0 17,0-18,0 19,-18-1,-17-17,-36 35,-34-18,-1 18,71-36,-1 19,19-36,34 0,1 0,17 0,-17 0,35 0,-18 0,-17 0,-1 0</inkml:trace>
  <inkml:trace contextRef="#ctx0" brushRef="#br0" timeOffset="30849.7293">23601 1094,'0'35,"35"35,-35 19,18-1,-1 35,-17 1,0-1,0 1,-17 17,-1-18,0 1,-17-54,18 1,-1-18,18-36,0 1,-18-18,1 0,17 18,-18-18,0-71,36-52</inkml:trace>
  <inkml:trace contextRef="#ctx0" brushRef="#br0" timeOffset="31130.3519">23707 1570,'0'0,"17"0,1-18,17 18,-17 0,35 18,-18 17,0-17,1-18,-19 17,1-17,0 0,-18 18</inkml:trace>
  <inkml:trace contextRef="#ctx0" brushRef="#br0" timeOffset="31530.1743">23830 1746,'18'0,"-1"0,1 0,0 36,17-36,0 17,-17-17,17 0,-17 0,17 18,-17-18,-1 0,-17 17,0 19,0 17,0-36,-17 36,-1-18,-17 1,17-19,-17 1,35 17,0-17,-35 0,17-1,0 1,1 17,-1-17</inkml:trace>
  <inkml:trace contextRef="#ctx0" brushRef="#br0" timeOffset="31864.5893">24130 2117,'35'0,"1"17,16-17,-34 0,-18 18,0 0,18-18,-1 0,-17 52,-35-16,17-19,18 1,-17-18,-1 18,1-18,-1 0,0 0</inkml:trace>
  <inkml:trace contextRef="#ctx0" brushRef="#br0" timeOffset="32951.9642">1147 3475,'17'0,"18"0,18 0,0 0,18 0,-1 0,1 0,-36 0,0 0,1 0,-19 0,1 0,-18 17</inkml:trace>
  <inkml:trace contextRef="#ctx0" brushRef="#br0" timeOffset="33547.7962">1323 3616,'0'0,"-35"88,-1 36,54 52,-18-17,18-18,-1-18,1-17,-18-18,18-17,-1-18,-17-36,0 1,0 0,18-18,-1 0,1 0,0 0,35 0,0 0,-18 0,0 0,0 0,-17 0,17 0,-17 0,-36 0</inkml:trace>
  <inkml:trace contextRef="#ctx0" brushRef="#br0" timeOffset="33922.7479">1199 4251,'36'-18,"-1"18,18 0,17 0,-34 0,-1 0,0-17,-17 17,17 0,-17 0,-1 0,1 0,0 0</inkml:trace>
  <inkml:trace contextRef="#ctx0" brushRef="#br0" timeOffset="34259.784">1852 3916,'-35'70,"17"1,18 52,0-34,0-19,35 36,1-35,-1-19,0-34,-17 35,17-35,0 17,1-17,-1-18,-17 0,35 0,-1 0,1-36,0-34</inkml:trace>
  <inkml:trace contextRef="#ctx0" brushRef="#br0" timeOffset="34547.4959">2311 3457,'17'0,"1"53,17 18,1-36,-19 0,18 18,-35-18,18 1,0-19,-18 1,0 0,17 17,1-35,35 0,17 0</inkml:trace>
  <inkml:trace contextRef="#ctx0" brushRef="#br0" timeOffset="34773.2731">2999 3545,'-18'0,"0"18,18 0,-35 17,0-17,-18 17,18 18,-18-18,-18 0,18 1,18-19,17-17</inkml:trace>
  <inkml:trace contextRef="#ctx0" brushRef="#br0" timeOffset="35027.5166">2646 3951,'0'0,"53"88,-36 36,19-36,-36 0,17-17,-17-1,0-17,0-18,0 1,0-19,0 1,-17 0,17-71,70-124</inkml:trace>
  <inkml:trace contextRef="#ctx0" brushRef="#br0" timeOffset="35351.064">2946 2946,'53'53,"35"88,-35-18,35 18,-35-17,0-1,-18 1,-17-1,-1-17,-17 0,0 0,0-18,0 0,0 0,0-35,0 0,0-35,-17-1,-1 1,0-18</inkml:trace>
  <inkml:trace contextRef="#ctx0" brushRef="#br0" timeOffset="35751.3664">3828 3863,'0'-18,"17"18,1 0,35 0,0 0,17 18,-34-18,-1 0,-18 0,1 0</inkml:trace>
  <inkml:trace contextRef="#ctx0" brushRef="#br0" timeOffset="36156.7287">3598 4216,'18'0,"0"0,35 0,-1 17,19 1,-36 0,18-1,0-17,-35 0,17 0,-17 0</inkml:trace>
  <inkml:trace contextRef="#ctx0" brushRef="#br0" timeOffset="37471.9814">4762 3351,'0'36,"0"52,0 71,-17-36,-18 18,17-17,18 34,0-34,0-36,53 18,-36-71,1 18,35-35,-35-1,-1-17,-17 18,18-71,17-17,-17 34,-18-17,0 18,0 17,-18-17,1 35,-1 0,0-17,-17-1,17 0,1 18,-1 0,36 0,88-53</inkml:trace>
  <inkml:trace contextRef="#ctx0" brushRef="#br0" timeOffset="37712.0002">5556 3828,'-17'0,"17"53,0-18,0 18,-18 0,0 0,-17-18,17 18,-17-18,17 0,1-17,17 0,-18-18,1 17</inkml:trace>
  <inkml:trace contextRef="#ctx0" brushRef="#br0" timeOffset="37963.9606">5256 3881,'18'17,"53"36,17 0,-35 18,0-36,0 18,-18-18,-35-17,17 17,1-35,0 18,-18-1,0 1,0 0,35-18</inkml:trace>
  <inkml:trace contextRef="#ctx0" brushRef="#br0" timeOffset="38418.0061">6015 3969,'0'17,"0"19,0-19,0 36,0 0,0-18,0 1,17-1,1-17,0-18,-18-36,17 1,-17 17,0-17,0 0,-17 0,-1 17,18 0,-18 18,-17-17,18 17,-1 0,0 0</inkml:trace>
  <inkml:trace contextRef="#ctx0" brushRef="#br0" timeOffset="38659.1617">6632 4110,'18'35,"-18"0,0-17,17 17,1-17,-18 0,18-1,-18 1,0 0,-18-1,18 1,-18 17,1-35</inkml:trace>
  <inkml:trace contextRef="#ctx0" brushRef="#br0" timeOffset="39130.0155">6738 3810,'53'18,"-18"17,18-17,-18 17,1-18,-19 19,1-36,0 17,-18 1,17 0,-17 17,0-17,0 34,-35-16,17-19,1 1,17 0,-36-1,19 1,-1 0,36-18,-1 0,19 0,-1 0,0 17,1 1,34-18,-17 18,-18-18,18 17,35-17,-35 0</inkml:trace>
  <inkml:trace contextRef="#ctx0" brushRef="#br0" timeOffset="39439.7024">7408 4110,'18'0,"0"0,35 0,-1 0,37 0,34 0,1 0,-1 0,1 0,-19 0,1 0,-53 0,0 0,-35 0,-36 0,0 0</inkml:trace>
  <inkml:trace contextRef="#ctx0" brushRef="#br0" timeOffset="39791.4903">8149 3739,'35'53,"1"36,17-19,-36 36,-17-53,18 17,0 36,-18-70,0 16,0 1,0-17,0-1,0-17,-18-18,0 0,1 17,-1 1,0-18</inkml:trace>
  <inkml:trace contextRef="#ctx0" brushRef="#br0" timeOffset="41521.09">8996 4092,'17'0,"1"0,0 0,17 0</inkml:trace>
  <inkml:trace contextRef="#ctx0" brushRef="#br0" timeOffset="41722.5457">9507 4004,'0'0,"18"18,0-18,-1 17,-17 1</inkml:trace>
  <inkml:trace contextRef="#ctx0" brushRef="#br0" timeOffset="41942.961">9684 4057,'0'0,"35"18,-17-1,-1-17,-17 18,0-1,18 1,0 0,17-1,0 1</inkml:trace>
  <inkml:trace contextRef="#ctx0" brushRef="#br0" timeOffset="42294.1929">10672 4233,'123'0,"0"0,-34 0,-72 0,19 0,-54 0</inkml:trace>
  <inkml:trace contextRef="#ctx0" brushRef="#br0" timeOffset="42721.9593">10724 3845,'53'71,"0"88,0-36,-18-17,-17-18,0 18,-1-36,-17-34,18 17,-18-18,0-17,-18-1</inkml:trace>
  <inkml:trace contextRef="#ctx0" brushRef="#br0" timeOffset="43187.5403">12541 3775,'-35'0,"17"0,1 17,-1-17,0 18,1 17,-1-17,18 17,0 18,0-18,0 36,18-1,-1-17,1-35,0 17,-1 1,-17-1,18-17,-18-1,0 1,18 17,-1 0,19 1,-1-19,-18 19,19-1,17-35</inkml:trace>
  <inkml:trace contextRef="#ctx0" brushRef="#br0" timeOffset="43514.7216">12894 4057,'0'-18,"18"18,-1 0,1 0,35 0,-36 18,36 0,-17-1,-19-17,1 18,0-18,-18 17,0 1,53-18</inkml:trace>
  <inkml:trace contextRef="#ctx0" brushRef="#br0" timeOffset="43770.6452">13670 3687,'0'70,"0"1,0-18,0 17,0 1,0-1,0-35,0 18,-18 0,18-17,0-19,-17 19,-1-36,18 17,0 1</inkml:trace>
  <inkml:trace contextRef="#ctx0" brushRef="#br0" timeOffset="44067.2547">13970 3598,'35'71,"1"-1,-1 1,-18 17,1-35,-18 18,18-1,-18-35,0 1,0 17,-18-18,-17 18,17-18,1-17,-1-18,0 17,18 1</inkml:trace>
  <inkml:trace contextRef="#ctx0" brushRef="#br0" timeOffset="44351.692">15011 3651,'17'0,"-17"36,18-1,-18 18,0 17,0-17,-18 53,-52-35,34 34,-16-34,-1-18,0 0,0 0,18-18,-1-17,1-1,17-17</inkml:trace>
  <inkml:trace contextRef="#ctx0" brushRef="#br0" timeOffset="44586.0182">14817 3916,'53'53,"-18"17,35 18,-34-52,-19-1,19 18,-19-18,1-35,-18 36,0-1,0-18,18 36,-18-35,35 35,0-35,36-18</inkml:trace>
  <inkml:trace contextRef="#ctx0" brushRef="#br0" timeOffset="45013.7087">15399 3969,'17'0,"1"70,-18 1,0-1,0-34,0 17,0-36,0 1,0 0,0-1,53-17,17-17,36-54,-35 36,-1-18,-34 17,-36 19,-18-18,0 17,-17 0,0 1,17 17,-17-18,0 18,35-18,-18 18,0 0,1 0,17 18</inkml:trace>
  <inkml:trace contextRef="#ctx0" brushRef="#br0" timeOffset="45270.9111">15928 4057,'0'18,"18"-1,-18 18,17 1,-17 17,0-36,0 36,0 0,0-18,0 18,0-17,-17-19,17 19,0-1,17-18,18-34</inkml:trace>
  <inkml:trace contextRef="#ctx0" brushRef="#br0" timeOffset="45569.1494">16281 4004,'0'0,"17"88,-17 36,0-1,0-35,-17-17,-1-1,18-34,-18-1,1 0,17-17,-18 0,18-1,-18 1,-17-18,35 35,18-17</inkml:trace>
  <inkml:trace contextRef="#ctx0" brushRef="#br0" timeOffset="45951.2503">17268 4004,'18'0,"35"0,-18 0,18 0,18 18,-1-1,-17 1,0 0,-18-18,-17 0,17 0,-17 0,0 0,-18 35,0-18</inkml:trace>
  <inkml:trace contextRef="#ctx0" brushRef="#br0" timeOffset="46217.1321">17533 4304,'35'0,"-17"0,17 0,1 0,-36 18,35-18,-18 17,1 1,-18-1,18-17,17 36,-35-19,35-17,36 0</inkml:trace>
  <inkml:trace contextRef="#ctx0" brushRef="#br0" timeOffset="46828.51">18327 3722,'35'0,"-17"-18,17 18,0 18,1-1,16 1,-16 0,-19-1,-17 1,18-18,-18 18,18-1,-18 1,-18 17,18-17,-35 35,-18 0,0-18,18-17,17-1,0-17,36 0,17-35,18 17,-18 18,1 0,-19 0,19 0,-19 36,1-19,0 18,-18-17,17 17,-17-17,0 35,0-18,-17 1,-19-19,19 36,-19-18,36-17,-35-18,17 18,1-1,-1 1,1-18,-1 0,18 18,-18-18,36 0</inkml:trace>
  <inkml:trace contextRef="#ctx0" brushRef="#br0" timeOffset="47077.6127">19085 4180,'18'0,"0"18,-1 35,18 0,-17-18,0 0,-1 18,-17-35,0 0,0-1,-17-17,17 18,-18-18,0 35</inkml:trace>
  <inkml:trace contextRef="#ctx0" brushRef="#br0" timeOffset="48038.1414">19385 3986,'18'-17,"-1"17,1 0,0 0,17 0,18-18,0-17,-36 0,19-18,-19 0,1 35,-18-17,0 0,-18 35,1-36,-1 19,-17-1,17 0,-17-17,0 17,-18-17,35 35,0-18,18 1,0-1,18 18,0 18,-18-1,17 19,-17-19,18 1,-18 17,18-35,-1 36,1-1,0-17,17 17,18-18,-18 1,-17-18,-1 0,1 53,0 18,-18 17,0-18,0 18,0 1,0 34,0-35,0 36,0-36,0 0,0-17,17-18,-17-36,0 19,0-19,18-17,-18 18,0 0,-18-1,18 1,0-1,-17 1,17 0,0-1,0 1,17-36,-17 1,18-1,-1 18,-17-18,0 1</inkml:trace>
  <inkml:trace contextRef="#ctx0" brushRef="#br0" timeOffset="49490.1155">22296 3175,'0'0,"17"0,1 0,17 0,-17 0,-1 0,1 0,0 0,-1 0,1 18,0-18,-18 17</inkml:trace>
  <inkml:trace contextRef="#ctx0" brushRef="#br0" timeOffset="49818.7017">21837 3510,'35'18,"18"-18,-18 17,36-17,0 0,34 0,19 0,-1 0,1 0,-18 0,-1 0,-52 0,-17 0,-19 0</inkml:trace>
  <inkml:trace contextRef="#ctx0" brushRef="#br0" timeOffset="50031.1934">22666 3545,'0'0,"0"18,-18 17,18-17,0 17,0-17,0 0,0-1,0 1</inkml:trace>
  <inkml:trace contextRef="#ctx0" brushRef="#br0" timeOffset="50260.4923">22931 3634,'0'17,"0"1,0 0,0 17,-18 0,-17-17,17 17,-17-17,-1 17,-16-17,-1-1,17 1,-17-1</inkml:trace>
  <inkml:trace contextRef="#ctx0" brushRef="#br0" timeOffset="50547.5256">22348 4039,'0'88,"0"36,36-1,-54-34,18-1,0 18,0-53,0-1,0-16,0-19,0 1,0 0,-18-18,-17 0,35-71</inkml:trace>
  <inkml:trace contextRef="#ctx0" brushRef="#br0" timeOffset="50977.563">22296 4180,'35'0,"0"-17,0 17,54 0,-19 0,18 0,-17 0,-1 0,-52 0,17 0,-17 0,-18 17,18 1,-1 0,1 17,0 18,17 0,0-18,-17 18,17 0,-17 0,-1-36,-17 19,18-1,-18-17,0-1,-18 1,1 0,-1 34,0-52,-17 53</inkml:trace>
  <inkml:trace contextRef="#ctx0" brushRef="#br0" timeOffset="51437.5037">22631 4374,'0'53,"17"-17,1 17,0-36,17 18,-35-17,35-18,-17 0,-1 0,1 18,0-18,-1-18,-17 0,0 1,-17-1,-19 1,19 17,-1 0,1 0,34-89,124-16</inkml:trace>
  <inkml:trace contextRef="#ctx0" brushRef="#br0" timeOffset="51750.7903">24483 3387,'0'17,"0"19,17 16,19 1,-19 36,-17-19,0-17,0 18,0-1,0 18,0-52,0 17,0-18,0-18,0 19,0-19,0 1,0-89,18-34</inkml:trace>
  <inkml:trace contextRef="#ctx0" brushRef="#br0" timeOffset="51986.2052">24712 3528,'0'0,"18"53,-18 0,17 35,-17-18,18-17,-18 18,0-1,0-34,0-1,0 0,0-17,0 17,0-17,-35-18,35 35,0-17</inkml:trace>
  <inkml:trace contextRef="#ctx0" brushRef="#br0" timeOffset="52657.3143">24430 3881,'17'0,"36"-18,18 18,17 0,-53 0,18 0,-17 0,-36 18,0-1,0 1,-18 17,-17-17,-1 17,19 0,-36-17,-18 17,18-17,-17-1,-1 1,54-18,-1 0,36 0,-1 0,1 0,17 0,18 0,18 0,-36 18,36-1,-19 1,1 0,-17-18,17 0,-18 0,0 0,-17 0</inkml:trace>
  <inkml:trace contextRef="#ctx0" brushRef="#br0" timeOffset="55735.9723">19967 2452,'0'0,"18"0,17 53,36 53,-18 35,17-53,-35 18,36 0,-36 17,-17-17,17-36,-17-17,17 35,-17-52,-1-1,1 0,-18-17,18-18,-1 0,1-53,52-35,19-18,-36 35,0-17,35 18,-53 17,18 0,-18 18,-17-1,-1 36,-17-17,0-1,18 18,0-18,-1 1,-17-1,18 18,0 0,-18-18,17 1,1 17,0 0,-18-18</inkml:trace>
  <inkml:trace contextRef="#ctx0" brushRef="#br0" timeOffset="57221.9071">24606 494,'18'0</inkml:trace>
  <inkml:trace contextRef="#ctx0" brushRef="#br0" timeOffset="57729.8725">24624 776,'18'0,"17"0,0 0,18 0,18 0,-1 0,18-35,-17 17,-36 18,-35 18,-35 17,0 18,17-35,-17 17,35 0,0-17,-18 17,18 0,0-17,0 0,0-1,0 1,0 0,18-18,17 0</inkml:trace>
  <inkml:trace contextRef="#ctx0" brushRef="#br0" timeOffset="57927.3689">25224 864,'0'18,"-18"17,18 18,-18-18,18-17,0 17,-17-17,-19 0,1 17,17 0,-34 0,-1-17,0 17</inkml:trace>
  <inkml:trace contextRef="#ctx0" brushRef="#br0" timeOffset="58190.8753">24765 1235,'18'0,"-1"0,19 0,-1 0,0 0,0 0,-17 0,17 0,1 0,-1 0,0 0,-17 0,-1 0,1 0,-18 17</inkml:trace>
  <inkml:trace contextRef="#ctx0" brushRef="#br0" timeOffset="58474.5394">24924 1429,'53'88,"35"18,-18 17,-17 18,0-17,-17-18,-19-18,-17 35,18-34,-18-1,0 0,0 18,0-36,-18-34,1 16,-1-16,18-1,-18-35,1 0</inkml:trace>
  <inkml:trace contextRef="#ctx0" brushRef="#br0" timeOffset="60131.3391">1976 6491,'17'0,"1"0,17 18,0-18,-17 17,17 1,-17-18,0 18,-18-1,0 1,0 0,0-1,0 1,-18-1,0 1,18 0,-17-1,-19-17,36 18,-35-18,17 0,1 18,-1-18,1 0,34 0,1 0,17 0,36 0,-36 0,0 0,18 17,-35-17,35 0,-36 0,19 0,-19 0,1 0,0 18</inkml:trace>
  <inkml:trace contextRef="#ctx0" brushRef="#br0" timeOffset="60490.3446">2487 6491,'53'18,"53"123,-18 0,-17-70,-36-1,0-17,-35 18,0-36,0 18,0-18,0-17,-18 35,-17-36,-18 18,18-35,-36 0,19 0,-19-17</inkml:trace>
  <inkml:trace contextRef="#ctx0" brushRef="#br0" timeOffset="60903.0057">1058 6385,'0'36,"-35"16,35 1,18 71,-1-54,19 36,-1-35,35 35,-17-71,0 18,-35-18,35 0,0 1,35 17,0-18,-53 0,36 0,0 1,34-19,1 19,35-36,71 35,17-35</inkml:trace>
  <inkml:trace contextRef="#ctx0" brushRef="#br0" timeOffset="61394.8019">3828 6509,'-18'0,"18"53,0 17,0 18,0 1,0-1,-18-35,18 0,0-36,0 19,-17-36</inkml:trace>
  <inkml:trace contextRef="#ctx0" brushRef="#br0" timeOffset="61817.0056">3651 6526,'18'0,"0"0,70 18,-18 0,36 35,-35-53,-1 52,-17-52,-18 36,1-19,-1 19,0-19,-17 19,0-19,-1 1,1 17,-18-17,0 17,0-17,-18 17,1 0,-19-17,-17 17,-17 0,34 1,-52-19,35 1,0-18,36 18,-1-18,1-18</inkml:trace>
  <inkml:trace contextRef="#ctx0" brushRef="#br0" timeOffset="62200.7269">5151 6632,'-18'0,"-17"0,-1 0,1 18,-18-18,0 35,18-17,17-1,1 36,17 18,0-1,17-34,-17 34,36-17,-19 0,19-35,-1 17,-18 0,-17-17,36-18,-1 18,-17-1,17-17,-17 0,-1 0,1-17,-1-1,-17-35</inkml:trace>
  <inkml:trace contextRef="#ctx0" brushRef="#br0" timeOffset="62487.494">4957 6703,'52'0,"37"53,-36 0,17-18,-17 18,-18-18,18 18,-18-35,-17 17,17-17,-35-1,18-17,17 0,18 0,18-17</inkml:trace>
  <inkml:trace contextRef="#ctx0" brushRef="#br0" timeOffset="62709.8217">5627 6703,'0'17,"-35"-17,-1 36,19-1,-36 18,0-18,0 0,0 18,0-53,35 36,-17-19,17-17,1 18</inkml:trace>
  <inkml:trace contextRef="#ctx0" brushRef="#br0" timeOffset="63022.0305">5680 6421,'70'88,"18"18,-52-36,-1-17,-17 0,-1 18,1-19,0 1,-18-17,0 17,-18-36,0 18,1-17,-1 0,0-1,1-17,-1 0,0 18</inkml:trace>
  <inkml:trace contextRef="#ctx0" brushRef="#br0" timeOffset="63419.2218">6103 6650,'35'0,"-17"0,17 0,1 0,16 35,1-35,0 18,-35-1,17 1,0-18,-17 18,0-18,-1 0</inkml:trace>
  <inkml:trace contextRef="#ctx0" brushRef="#br0" timeOffset="63803.584">6209 6950,'0'-18,"18"18,34 0,1 0,0 18,18-18,-18 0,0 0,-36 0,1 0,-18 17,0 1</inkml:trace>
  <inkml:trace contextRef="#ctx0" brushRef="#br0" timeOffset="64881.9373">7779 6227,'0'52,"-18"37,18 34,0-35,0-17,0 17,0-35,0 0,0-18,0 0,0-17,0 0,-18-18,1 0,17-53,35-71</inkml:trace>
  <inkml:trace contextRef="#ctx0" brushRef="#br0" timeOffset="65523.0086">8184 6121,'0'17,"18"36,0 35,17 36,-17-18,35 17,-36-35,-17 18,18-18,-1-35,-17-17,0 17,0-36,0 1,18-18,-36 17,18 1,36-71</inkml:trace>
  <inkml:trace contextRef="#ctx0" brushRef="#br0" timeOffset="65898.2319">8855 6667,'0'-17,"17"17,1-18,17 18,71 0,18 0,34 0,19 0,-89-17,-53 17</inkml:trace>
  <inkml:trace contextRef="#ctx0" brushRef="#br0" timeOffset="66337.4722">9684 6368,'0'17,"0"54,0-18,0 0,0 0,-36 17,36-17,-17-18,17-17,0 0,17-18,1 0,53 17,34 1,-52-18,36 0,-19 0,1 0,-54 0,1 0,-18-18</inkml:trace>
  <inkml:trace contextRef="#ctx0" brushRef="#br0" timeOffset="66608.4206">9878 6456,'17'70,"19"1,-36-1,17 1,-17 0,0-36,0 18,0-18,0 0,0-17,0 0,-17-18,17 17,0 1,-18-18</inkml:trace>
  <inkml:trace contextRef="#ctx0" brushRef="#br0" timeOffset="66891.8816">10354 6279,'88'71,"-35"0,18 17,-54-35,1-18,0 18,-1 0,-17-36,0 19,0-1,0 0,0 1,0-1,-35-18,17 19,-35-1,-17 18</inkml:trace>
  <inkml:trace contextRef="#ctx0" brushRef="#br0" timeOffset="67469.2745">6914 6121,'0'0,"18"17,0 36,-18 18,0-18,0 0,35 52,-17-16,17 34,0 1,18-19,0 19,-18-36,1-17,34-1,-35-17,36 18,35 17,0-35,17 17,36-52,35-18,18 0,-1 0,19-53</inkml:trace>
  <inkml:trace contextRef="#ctx0" brushRef="#br0" timeOffset="68173.4314">10248 5980,'18'0,"-1"0,1 0,17 0,18 17,0-17,-35 18,35-1,-18-17,-35 18,0 0,0-1,0 1,0 0,-18 17,-35-17,36 17,-18-17,-1-18,19 0,34 0,1 0,0 0,-1 0,18 0,54 0,-1 0,35 0,1 0,-36 0,-17 0</inkml:trace>
  <inkml:trace contextRef="#ctx0" brushRef="#br0" timeOffset="68469.2494">11254 6244,'0'35,"0"18,0-35,0 35,-36 0,19 0,-19-18,-17 18,53-18,-52 0,16-17,1 0,17-18,1 0,-1 17</inkml:trace>
  <inkml:trace contextRef="#ctx0" brushRef="#br0" timeOffset="68703.1853">10936 6385,'35'0,"18"53,0 0,-18-18,1 18,-1-35,-17 17,17 0,-35-17,18 0,-18-1,17 1,1 0,-18 17,35-35,71 0</inkml:trace>
  <inkml:trace contextRef="#ctx0" brushRef="#br0" timeOffset="69140.8502">11642 6421,'0'0,"0"35,0 0,0 18,0-18,0 18,0 0,0-35,0-1,17 1,1-18,-18 18,35-18,-17-18,17 0,18-52,-35 35,-18-1,0 19,0-1,0 0,-36 18,1-17,17-1,-17 0,0 18,17 0,1 0</inkml:trace>
  <inkml:trace contextRef="#ctx0" brushRef="#br0" timeOffset="69379.4192">12012 6738,'0'0,"18"35,-1 1,1-36,-18 17,0 1,0 0</inkml:trace>
  <inkml:trace contextRef="#ctx0" brushRef="#br0" timeOffset="69974.9116">11994 6297,'18'0,"17"0,18 0,-35 35,35-17,0 17,0-17,0 17,-36 0,1-35,-1 36,19-19,-36 19,0-1,17 18,-17-36,0 36,0 0,0-17,-17-1,-19 0,19-17,-1-1,-17-17,17 0,36 0,0 0,-1 0,18 18,36 17,35-17,-53 0,0-1,0 1,-36 17,1-35,-18 18,18-18,-1 0</inkml:trace>
  <inkml:trace contextRef="#ctx0" brushRef="#br0" timeOffset="70244.2955">12682 6615,'18'0,"0"-18,35 18,35 0,35 18,18-18,71 17,35-17,-53 0,-35 0,-71 0,-53 0,-52 0</inkml:trace>
  <inkml:trace contextRef="#ctx0" brushRef="#br0" timeOffset="70532.0208">13652 6403,'36'70,"-1"1,-17 0,-1-1,-17-17,0-18,0 18,0-17,0-19,0 18,0-17,-17 0,-1-18</inkml:trace>
  <inkml:trace contextRef="#ctx0" brushRef="#br0" timeOffset="71204.8661">14517 6526,'0'-17</inkml:trace>
  <inkml:trace contextRef="#ctx0" brushRef="#br0" timeOffset="76887.8097">15099 6191,'-18'18,"1"17,-1 18,18-18,0 1,-18-1,18 18,18 0,-18-36,35 36,18-17,-18-1,1 0,-1-35,18 35,-18-17,-17 0,-18-1,17-17,1 0</inkml:trace>
  <inkml:trace contextRef="#ctx0" brushRef="#br0" timeOffset="77419.4044">14746 6456,'0'0,"53"35,18 18,-36-35,-18-1,19 1,-36 0,0-1,0 1,-18-1,18 1</inkml:trace>
  <inkml:trace contextRef="#ctx0" brushRef="#br0" timeOffset="77734.4879">14217 6491,'53'18,"-36"-18,1 17,0-17,-1 0,1 18,0-18,-18 18,17-18,1 17,17 19,1 16,34 1</inkml:trace>
  <inkml:trace contextRef="#ctx0" brushRef="#br0" timeOffset="78235.5484">15434 6456,'18'0,"-1"0,19-18,-1 18,-18 0,1 0,0 0,-1 0,1 0,17 0,1 0,-19 0,1 0,-18 18</inkml:trace>
  <inkml:trace contextRef="#ctx0" brushRef="#br0" timeOffset="78935.4153">15963 6085,'18'0,"-1"0,19 18,-1 0,-17-1,-18 1,17 0,-17-1,18 19,-18-19,0 18,0-17,-18 0,18 17,-35-17,-18 17,-17 0,-1 0,18-17,0 0,53-1,18-34,35-19,53-16,-36 16,1 19,17 17,-53 0,18 0,-35 0,-1 17,1 1,17 17,-17 18,0 0,-1 0,-17-18,0 0,0 1,0-1,-17 0,-1 1,0-19,1 1,17 0,-36-1,19-17,17 18,-18-1,0-17,18 18</inkml:trace>
  <inkml:trace contextRef="#ctx0" brushRef="#br0" timeOffset="79788.1699">17074 6368,'18'0,"0"0,-1 0,1 0,0-18,17 18,0 18,36-1,-18 19,0-36,-1 17,-34 1,17-18,-17 0,-36 0,18 17,-17 1</inkml:trace>
  <inkml:trace contextRef="#ctx0" brushRef="#br0" timeOffset="80490.7269">17657 6244,'0'71,"0"-1,-18 1,0-36,18 18,-17-18,-1-17,18 0,0-1,0 1,18-18,17 0,-17 0,34 0,1 0,0 0,0 0,0 0,-18 0,1 0,-1 0,-17 0,-36 0,-17 35</inkml:trace>
  <inkml:trace contextRef="#ctx0" brushRef="#br0" timeOffset="80766.1788">17833 6421,'0'0,"18"0,-1 70,-17-17,18 0,-18 0,0 17,0-17,0-35,-18 35,18-35,-17-1,-1 1,18-53</inkml:trace>
  <inkml:trace contextRef="#ctx0" brushRef="#br0" timeOffset="81061.5724">18221 5733,'53'105,"53"19,-53 17,0-17,-18-19,-18 19,1-36,-18-17,0 17,0-18,-18 1,-17-36,18 18,-1 0,-17-18,-1-17,1 0,0-1,0 1,-1-18,1 0</inkml:trace>
  <inkml:trace contextRef="#ctx0" brushRef="#br0" timeOffset="81570.8741">18874 5433,'17'0,"1"0,0 0,17 17,-18 1,36 17,-35-35,0 36,-1-19,1 1,0 0,-18-1,0 18,0 1,0 17,-18-36,0 19,-35 16,18-16,0-19,-18 1,18-18,35 18,35-18,-17 0,-1 0,18-18,18 18,-17 0,34 0,-17 0,18 18</inkml:trace>
  <inkml:trace contextRef="#ctx0" brushRef="#br0" timeOffset="81835.2569">19279 6015,'0'17,"0"36,0-17,0 34,0-17,0 18,-17-36,-19 36,19-19,-36 1,18-17,17 17,-17-36,17 1,0 17,-35-35</inkml:trace>
  <inkml:trace contextRef="#ctx0" brushRef="#br0" timeOffset="82077.1429">19050 6385,'53'-17,"-18"17,0 35,-17-17,35-1,-35 18,17-35,-35 18,18 0,-1-18,-17 17,0 1,0 17,18 18,-1-18,19 1,-1-1,-17-35</inkml:trace>
  <inkml:trace contextRef="#ctx0" brushRef="#br0" timeOffset="82522.5613">19562 6244,'0'35,"0"36,0-18,0-18,17 18,-17-35,18-1,-18 19,17-36,-17 17,0 1,18-18,17-18,1 1,-19-19,-17 19,0-19,0 19,0-18,0-1,-17 36,-1-17,0-19,1 36,-19-17,36-1,-17 0,-1 18,1 0,17 18</inkml:trace>
  <inkml:trace contextRef="#ctx0" brushRef="#br0" timeOffset="82829.6303">19967 6332,'18'0,"17"0,-35 18,18 17,17-17,-35 0,18-1,-18 1,0-1,0 19,0-1,0 0,0-17,0 17</inkml:trace>
  <inkml:trace contextRef="#ctx0" brushRef="#br0" timeOffset="83198.0259">20391 5733,'17'17,"-17"36,0 18,0 35,0-18,0 35,0 1,-35-1,17-35,1 18,17-35,-18-36,18 0,0 1,0-19,0 1,-18-18,18 18,-17-1,-1-17</inkml:trace>
  <inkml:trace contextRef="#ctx0" brushRef="#br0" timeOffset="83960.808">20655 6332,'18'-17,"-1"17,1 0,0 0,-18-18,17 18,1 0,0 0,-1 0,1 0,0 0,-1 0,1 0,-1 18,1-18,0 0,-1 0,1 0,0 0,17 0,-17 0,-1 0,1 0,-1 0,1 0</inkml:trace>
  <inkml:trace contextRef="#ctx0" brushRef="#br0" timeOffset="84407.1244">20832 6491,'0'-18,"17"18,1 0,-1-17,1 17,17 0,-17 17,35-17,0 18,-36-18,1 0,0 0,-1 0,-17 18,18-1,0-17</inkml:trace>
  <inkml:trace contextRef="#ctx0" brushRef="#br0" timeOffset="84702.5943">21643 5927,'0'0,"0"17,0 71,18-17,-18 17,0-52,0 34,0-17,-18 0,0 0,1-36,17 36,-36-35,19-18,17 18,0-1,-18 1,0 0,18-36</inkml:trace>
  <inkml:trace contextRef="#ctx0" brushRef="#br0" timeOffset="85259.4229">21855 5891,'17'18,"-17"70,0-17,0 17,0-35,-17 0,17-18,0-17,-18-1,0-17,18 18,-17 0,17-1,0-52,0-18,35 35,-17 1,-1-1,1 18,-1 0,1 0,17 0,-17 18,0 17,17-17,-17-1,-1 19,1-19,-18 1,0 0,0 17,0-18,0 19,-18-1,1-17,-19 17,1-17,17 17,-17-18,0-17,-18 0,35 18,1-18,-1 0,-17 0,-1 0,19-53,-1 0</inkml:trace>
  <inkml:trace contextRef="#ctx0" brushRef="#br0" timeOffset="85518.0789">21907 6015,'18'-18,"17"18,-17 0,17 0,18 0,-35 18,35-18,-18 17,-17-17,17 0,0 0,-17 0,0 0,-18 18,0 0</inkml:trace>
  <inkml:trace contextRef="#ctx0" brushRef="#br0" timeOffset="85782.4081">22437 6297,'17'0,"-17"18,0-1,18 1,-18 0,0 17,0 0,0-17,-18-18,18 17,0 1</inkml:trace>
  <inkml:trace contextRef="#ctx0" brushRef="#br0" timeOffset="86142.2407">23019 5627,'0'0,"0"17,0 19,-36 34,19 1,-18-18,-1 0,1 0,17-36,1 18,17-17,0 0,0-1,17-17,1 0,0 18,17 0,18-1,-18 1,18 0,0-18,0 0,-18 0,0 0,-17 0</inkml:trace>
  <inkml:trace contextRef="#ctx0" brushRef="#br0" timeOffset="86493.4442">23036 5927,'36'17,"-36"54,0-18,0 35,0-17,0 17,0-18,0 18,0-35,0 0,0-17,-18-19,18 18,0-17,-18-18,18 18,-17-1,-1 1,18 17,0-17,35-18</inkml:trace>
  <inkml:trace contextRef="#ctx0" brushRef="#br0" timeOffset="86852.8976">24059 5539,'18'-18,"0"18,-1 0,19 0,-1 35,0 1,-17-36,-1 35,1-18,-18 19,0-19,0 1,0 17,0-17</inkml:trace>
  <inkml:trace contextRef="#ctx0" brushRef="#br0" timeOffset="87386.2342">24342 5909,'0'0,"53"0,-36 0,1 18,-18-1,0 1,-18-18,-35 70,-17-34,-1-1,-17 0,53-17,-36 0,36-1,53-17,17 0,-18 0,1 0,0 0,17 0,18 18,-35-18,17 0,-18 18,1-18,0 0,-36 0</inkml:trace>
  <inkml:trace contextRef="#ctx0" brushRef="#br0" timeOffset="87674.2557">24007 5980,'17'17,"1"54,-18 17,0 0,0-17,0 17,-18-18,-52 54,34-54,19-17,17-35,-18 0,0-1,1 1,-1 0,0-18,36-36</inkml:trace>
  <inkml:trace contextRef="#ctx0" brushRef="#br0" timeOffset="87908.4567">24095 6368,'17'0,"1"0,-18-18,18 18,-1 0,-17 18,36-18,-19 17,1 1,-18 0,17-1,1 18,17 1,1-19,-36 1,0 0,0-1</inkml:trace>
  <inkml:trace contextRef="#ctx0" brushRef="#br0" timeOffset="88417.202">24095 6579,'35'0,"0"0,-17 0,17 0,0 0,1 18,-19 0,1-18,0 17,-36 1,-17 17,17-17,-17 17,0-35,35 18,-18-18,18 17,18-17,34 0,37-17,-54 17,18 0,0 0,-36 0,36 0,-35 17,0-17,-36 36,-35 34,-106 36,-35 35</inkml:trace>
  <inkml:trace contextRef="#ctx0" brushRef="#br0" timeOffset="89401.1381">3933 8431,'0'89,"0"52,-35-35,35-54,0 19,0-36,-17 1,17-19,0 18,-18-17,18 0,0-1,-18 1,1-18,17 18,0-1,-18-17</inkml:trace>
  <inkml:trace contextRef="#ctx0" brushRef="#br0" timeOffset="89808.4477">3828 8378,'0'0,"88"0,-18 18,19 0,-19 17,-17 0,0 1,0-1,0 53,0-35,-18 18,0-19,-17-16,-18-1,0 18,0-35,0 17,0-18,-35 1,35 17,-36 1,-17-1,1-17,-1 17,-18 0,36-35,-1 18,1-1,18 1,-1 0,0-18</inkml:trace>
  <inkml:trace contextRef="#ctx0" brushRef="#br0" timeOffset="90151.2282">4904 8396,'-18'0,"0"0,1 53,17-35,-18 52,18 1,0 17,0-17,0-19,18 1,-18-17,17-19,1 19,0-1,-18-18,17-17,-17 36,0-19,18-17,0 0,-1 0</inkml:trace>
  <inkml:trace contextRef="#ctx0" brushRef="#br0" timeOffset="90378.9298">5151 8237,'17'18,"18"35,-17-18,-18 0,18-17,-18 17,17-17,-17 0,0 17,0-17,18 17,0 0,-1 0</inkml:trace>
  <inkml:trace contextRef="#ctx0" brushRef="#br0" timeOffset="90582.1553">5503 8484,'-35'0,"0"53,-18 0,-18-18,18 18,18-17,0-1,17-35</inkml:trace>
  <inkml:trace contextRef="#ctx0" brushRef="#br0" timeOffset="90850.0052">5309 8749,'0'70,"0"19,0-19,-17 1,17-36,0 0,-18 1,18-1,-18-35,18 17,-17-17,-1 0,0 18,1 0,17-89</inkml:trace>
  <inkml:trace contextRef="#ctx0" brushRef="#br0" timeOffset="91152.3848">5980 8008,'52'71,"-16"17,-1-18,0 19,1 16,-36-16,0-19,0 18,0 1,0-19,0-35,-18 18,0-17,1 16,-1-52,0 18,18 0,-17-18,-1 17,0 1</inkml:trace>
  <inkml:trace contextRef="#ctx0" brushRef="#br0" timeOffset="91434.81">6650 8396,'0'0,"17"0,1 0,0-18,-1 1,1 17,17 0,36 0,-18 0,-18 0,0 0,1 0,-19 0,-17 17,0 19</inkml:trace>
  <inkml:trace contextRef="#ctx0" brushRef="#br0" timeOffset="91651.903">6685 8714,'0'0,"35"0,1 0,-19 0,1 17,17 1,1 0,-1-1,0 1,36 17</inkml:trace>
  <inkml:trace contextRef="#ctx0" brushRef="#br0" timeOffset="91872.3691">7708 8731,'18'0,"-1"0,1 0,0 18,17 0,18-1,53 18</inkml:trace>
  <inkml:trace contextRef="#ctx0" brushRef="#br0" timeOffset="92073.6983">9225 8908,'18'-18,"-1"18,19 0,-1 18,71 17,88-17,88 34</inkml:trace>
  <inkml:trace contextRef="#ctx0" brushRef="#br0" timeOffset="92324.0898">11130 8943,'0'-18,"18"18,17-17,0 17,18 0,35 17,36-17,-1 18,1 17,-36-35</inkml:trace>
  <inkml:trace contextRef="#ctx0" brushRef="#br0" timeOffset="92956.4872">17198 8520,'18'-18,"-1"18,18 0,1 0,34 0,1 0,17 0,36 0,-36-18,-18 18,-17 0,-18-17,1 17</inkml:trace>
  <inkml:trace contextRef="#ctx0" brushRef="#br0" timeOffset="93483.041">17427 8767,'35'-18,"18"18,-17 0,17 0,17 0,-35 0,1 0,-1 0,-17 0,-1 0,-34 0</inkml:trace>
  <inkml:trace contextRef="#ctx0" brushRef="#br0" timeOffset="94027.1113">19138 7602,'-17'0,"34"0,-34-17,17-1,0 0,0-17,0 18,0-1</inkml:trace>
  <inkml:trace contextRef="#ctx0" brushRef="#br0" timeOffset="94817.543">19121 7479,'17'0,"18"18,36 17,-36 0,-17-35,17 18,-17 17,-1 0,1 1,0-1,-1 18,-17 0,0-18,0 0,-35 18,0-18,17-17,-17 17,0-35,35 18,-18-18,0 0,36 0,17 0,-17 18,0-18,-18 17,17-17,-17 18,18-18,-18 18,0 17,0 0,0 18,-18 0,1-18,-19 18,1-18,17 1,1-19,-1 1,0 0,1-18,17 17,-35-17,17 0,0 18,1-1,34-17</inkml:trace>
  <inkml:trace contextRef="#ctx0" brushRef="#br0" timeOffset="95076.9945">19632 8326,'18'0,"17"0,-17 35,17-18,0 19,0-19,-35 1,18 17,0-35,-1 18,-17 0,-35-1,35 1</inkml:trace>
  <inkml:trace contextRef="#ctx0" brushRef="#br0" timeOffset="95559.4159">19985 8043,'53'18,"17"0,-17 17,-35-35,17 0,-17 35,-1-17,1-1,-18 1,18 17,-18 1,0-19,-18 1,0 35,1-36,-18 19,-1-19,1 1,17 0,1-1,-1-17,36 0,-1 0,19 0,-19-17,1 17,17 0,0 17,-17 1,17-18,-17 0,0 18,-1-18,19 0,-1 0,35 0,-17 0,71 0</inkml:trace>
  <inkml:trace contextRef="#ctx0" brushRef="#br0" timeOffset="96280.4461">21237 8149,'18'0,"-18"-17,17-36,1 35,35-53,-18 1,54-36,-1 0,-53 18,-17 53,-18-1,0 1,-18 18,0 17,-17-18,0 0,-18 1,18 17,-18 0,17 0,1 17,-18 36,18 0,17 0,1 18,17-19,0 1,0-35,0 17,17-17,1 0,0-18,17 17,0 1,18-18,-18 0,18 0,-35 0,0 70,17 19,18 52,-36 0,1-18,0 36,-18-18,0-17,0-1,0-52,0-18,0 17,0-35,0-17,0 0,-18-18,0 17,1-17,-1 0,0 18,18 0,-17-18</inkml:trace>
  <inkml:trace contextRef="#ctx0" brushRef="#br0" timeOffset="96673.4091">23354 7391,'18'0,"-1"0,18 0,1 0,-1 17,-17-17,-1 18,19 0,-19-18,1 17,-1 1,1 0,-18-1</inkml:trace>
  <inkml:trace contextRef="#ctx0" brushRef="#br0" timeOffset="97038.9333">23177 7655,'18'0,"17"0,1 0,-1 0,0 18,-17-18,35 0,0 0,-36 0,19 0,-36 18,0-1,0 18,-36 1,36-19,-17 19,-1-1,0 0,-17-17,18-1,17 1,-18 0,18-1,35 1</inkml:trace>
  <inkml:trace contextRef="#ctx0" brushRef="#br0" timeOffset="97207.9137">23883 7867,'0'-18,"18"18,-54 18,-34 17,-18 18,-53 35,17 1</inkml:trace>
  <inkml:trace contextRef="#ctx0" brushRef="#br0" timeOffset="97512.4831">23019 8308,'17'53,"19"35,-19-17,1 17,0-18,-18 1,0-18,0 0,0 17,0-52,0 0,0-1,-18-17,0 18,1-1,17-34,0-89</inkml:trace>
  <inkml:trace contextRef="#ctx0" brushRef="#br0" timeOffset="97883.6559">23054 8290,'0'-17,"18"17,17-18,18 0,17 18,54-17,-1-1,18 0,-17 18,-36 0,-35 0,-35 0,-1 18,1 35,17 0,-17-18,17 89,-17-54,-18 1,17-36,-17 18,0 0,0-18,0 0,0 1,0-19,0 1,0 0,-17-18,-1 17,1-17,-1 36,0 16</inkml:trace>
  <inkml:trace contextRef="#ctx0" brushRef="#br0" timeOffset="98107.049">23460 8396,'-18'0,"0"18,18-1,-35 19,18-19,-36 36,0 0,0-18,35-17</inkml:trace>
  <inkml:trace contextRef="#ctx0" brushRef="#br0" timeOffset="98349.259">23513 8555,'35'0,"18"35,-18-17,0-1,1 1,-19-18,1 0,0 0,-18 18,-18-18,0 17</inkml:trace>
  <inkml:trace contextRef="#ctx0" brushRef="#br0" timeOffset="98599.2296">23301 8837,'18'35,"-1"18,1-17,-18-19,18 18,-18-17,0 0,0-1,-18 1,0-18</inkml:trace>
  <inkml:trace contextRef="#ctx0" brushRef="#br0" timeOffset="99152.0204">23601 8890,'-18'0,"18"18,-17-18,-1 0,0 0,18 17,-17-17,17-17</inkml:trace>
  <inkml:trace contextRef="#ctx0" brushRef="#br0" timeOffset="99515.8838">23530 8925,'18'-17,"0"17,17 0,-18 0,1 0,0 0,-1 0,1 0,0 0,-1 0,1 0,-18-18,0 0</inkml:trace>
  <inkml:trace contextRef="#ctx0" brushRef="#br0" timeOffset="104046.1869">21008 6879,'18'0,"52"0,-17 0,35 0,36 0,-36 0,0 0,18 0,-18 0,-17 0,17 0,-35 0,35 0,-17 0,17 0,35 0,-35 0,36 0,-18 0,17 0,1 0,-1 0,1 0,-19 0,19 0,-1-17,1 17,-36 0,0 0,-35 0,-18 0</inkml:trace>
  <inkml:trace contextRef="#ctx0" brushRef="#br0" timeOffset="105124.4225">18274 4798,'35'0,"0"0,89 0,17 0,-18 0,1 0,-18 0,17 0,-35 0,-35-18,18 18,-36-18,-17 18</inkml:trace>
  <inkml:trace contextRef="#ctx0" brushRef="#br0" timeOffset="106938.7154">18768 9243,'17'0,"1"0,106 0,-1 0,71 0,18 0,52 0,18 0,-35 0,-53 0,-35 0,-88 0,-36 0,-17 0,-1 0,1 0,35 0,0 0,0 0,-18 0,18 0,17 0,-34 0,34 0,-17 0,18 0,-36 0,18 0,-35 0</inkml:trace>
  <inkml:trace contextRef="#ctx0" brushRef="#br0" timeOffset="115542.3868">22595 7444,'18'-18,"17"0,-17 18,0-17,-1-36,19 17,-1-34,0-1,0 1,1 17,-1 0,0 0,-35 35,35-17,-17 0,0 35,-1-18,-17 1,0-1,18 18,0-18,-18 1,17 17,1 0,-18-18,18 18,-1 0,36 88,0-17,0-18,-35-18,17 0,-17-17,-18 0,17-18</inkml:trace>
  <inkml:trace contextRef="#ctx0" brushRef="#br0" timeOffset="120205.2331">1852 10883,'0'0,"18"-17,17 17,-17 0,-18-18,17 18,1 0,0 0,-1 0,-17 18,0-1,18-17,-18 18,0-1,0 19,0-19,-18 1,18 17,-35 1,17-1,1 18,-1 0,-17-18,-1 0,1 1,0 16,17-16,1-19,-1 1,0-18,36 0,0 0,-1 0,1 0,0 0,17 0,-18-18,1 18,-18-17,35 17,1 0,-19 0,36 0,0 35,-18-17,18 17,0-17,-18 17,-17-18,0 19,-18-19,0 1,0 0,0 17,0-17,0-1,0 18,-36 1,1-1,18 0,-36 1,0-36,0 35,18 0,17-17,-17-18,35 17,0-158</inkml:trace>
  <inkml:trace contextRef="#ctx0" brushRef="#br0" timeOffset="120686.5878">2505 10989,'53'18,"35"70,0-35,-35 0,0-18,-18 18,0 0,1 0,-19 0,-17 0,0 17,0 1,-35-36,17 18,-17 0,0-18,17-17,-35 17,18-17,-18-1,-17 1,34-18,-34 0,-1 0,1-18,-1-17</inkml:trace>
  <inkml:trace contextRef="#ctx0" brushRef="#br0" timeOffset="121348.7819">1464 10989,'-18'0,"-17"18,35 17,-35 0,17 0,1 18,-1-17,18 17,0-36,18 19,-1 16,18-16,1-19,-1 19,18-1,-18 0,18 0,-35-17,17 0,18 17,-35-17,-18-1,17-17,-17 18,18-18</inkml:trace>
  <inkml:trace contextRef="#ctx0" brushRef="#br0" timeOffset="123262.0027">3881 10918,'17'0,"18"0,36 0,0 18,-36 17,53-35,-17 18,-18 0,-18-18,-18 0</inkml:trace>
  <inkml:trace contextRef="#ctx0" brushRef="#br0" timeOffset="123855.8426">3951 11130,'0'71,"0"-1,0 18,0-17,0 17,0-35,0 18,0-18,0-1,0-34,0 0,0-1,18-17,-1 0,1 0,0 0,17 18,35-18,1 18,0-18,-36 0,18 0,0 0,-36 0,1 0,-18 17</inkml:trace>
  <inkml:trace contextRef="#ctx0" brushRef="#br0" timeOffset="124162.5093">4039 11501,'18'0,"35"0,-18 0,18 0,0 0,-18 0,1 0,-1 0,-18 0,1 0,-18 17,35-17</inkml:trace>
  <inkml:trace contextRef="#ctx0" brushRef="#br0" timeOffset="124482.3073">4727 11254,'-17'0,"-1"0,0 35,-17 0,17 0,18 18,-17 0,17-17,0 16,17-16,1-1,0-17,17-1,-35 1,18 0,17-18</inkml:trace>
  <inkml:trace contextRef="#ctx0" brushRef="#br0" timeOffset="124773.5121">4939 11359,'106'89,"-36"-19,18 18,-52-35,52 0,-53-18,-17-17,-1 17,1-35,0 18,-18 0,17-18,19 0</inkml:trace>
  <inkml:trace contextRef="#ctx0" brushRef="#br0" timeOffset="125026.3916">5309 11412,'-17'53,"-19"0,19 18,-19-1,19 1,-36-36,18 18,17-18,18-17,-18 0,1-18,17 17,0 1</inkml:trace>
  <inkml:trace contextRef="#ctx0" brushRef="#br0" timeOffset="125295.7156">5539 11007,'88'70,"35"71,-17-35,0 0,-53 0,0-36,-18 1,-17-1,-1 1,-17-36,0 18,0-17,0-19,-17 1,-1-1,18 1,-18-18,1 18</inkml:trace>
  <inkml:trace contextRef="#ctx0" brushRef="#br0" timeOffset="125561.1108">6491 11430,'35'0,"-17"-18,0 18,52 0,36 0,70 0,-17 0,-53 0,17 0,-70 0,-35 0</inkml:trace>
  <inkml:trace contextRef="#ctx0" brushRef="#br0" timeOffset="125835.4042">6756 11642,'53'17,"-36"-17,36 18,-18-18,1 18,-19-1,1-17,0 0,-1 18,19-18,16 0,1 0,71-53</inkml:trace>
  <inkml:trace contextRef="#ctx0" brushRef="#br0" timeOffset="126225.3819">7832 11095,'0'17,"0"36,0 0,-18-17,18 17,-18 17,1 1,-1-18,0-18,18 0,0-17,18-18,0 17,-18 1,53-18,0 0,17 18,54-18,-36 0,0 0,-17 0,-1 0,-52 0</inkml:trace>
  <inkml:trace contextRef="#ctx0" brushRef="#br0" timeOffset="126532.8238">8237 11430,'0'53,"0"35,18-35,0 0,-18 0,0 17,0-34,0 17,0 0,0-36,0 18,0-17,0 0,17-18</inkml:trace>
  <inkml:trace contextRef="#ctx0" brushRef="#br0" timeOffset="126858.4039">11148 11024,'0'-17,"17"17,1 0,17 0,1 0,34 17,1 1,-1 0,1-18,-18 17,53 1,-54-18</inkml:trace>
  <inkml:trace contextRef="#ctx0" brushRef="#br0" timeOffset="127240.6682">11448 11095,'17'53,"-17"0,18 17,0 1,-18-1,17 1,-17-36,0 18,0-18,0-17,18-18,-1 0,1 0,17 0,18 18,35-1,-35-17,-17 0,17 0,0 0,-36 0,1 0,-18 18,-18-18,18 18,-17-18</inkml:trace>
  <inkml:trace contextRef="#ctx0" brushRef="#br0" timeOffset="127460.7315">11606 11465,'0'0,"18"0,0 0,-1 0,1 0,0 0,-1 0,18 0,-35 18,36-18,-1 0,36 0,-1 0,36-53</inkml:trace>
  <inkml:trace contextRef="#ctx0" brushRef="#br0" timeOffset="127703.0609">12100 11183,'0'18,"0"70,0 0,0-17,0-1,18-17,-18-18,0-17,18 17,-1-35,1 0,17 0</inkml:trace>
  <inkml:trace contextRef="#ctx0" brushRef="#br0" timeOffset="127938.4166">12347 10795,'18'0,"-1"18,36-1,-17 1,-19 0,1 17,17 0,-17-35,17 35,0-17</inkml:trace>
  <inkml:trace contextRef="#ctx0" brushRef="#br0" timeOffset="128147.0975">12735 10936,'-17'18,"-36"17,0-17,18-1,17-17,0 18,1 0</inkml:trace>
  <inkml:trace contextRef="#ctx0" brushRef="#br0" timeOffset="128381.5872">12559 11024,'35'71,"18"-1,-18 36,-17-18,0-17,-1 0,-17-1,0-17,0-35,0 17,0 0,-17-35,17 18,-18-1,0 19,1-36</inkml:trace>
  <inkml:trace contextRef="#ctx0" brushRef="#br0" timeOffset="128672.7684">12823 10460,'0'0,"71"106,17 0,18 35,-35-53,-18 18,-18-36,18 36,-36-18,1-17,-18 35,0-71,0 0,0-17,0 17,-18-17,1-1,-1-17,0 0</inkml:trace>
  <inkml:trace contextRef="#ctx0" brushRef="#br0" timeOffset="128978.1306">13423 11130,'18'0,"-1"-18,1 18,0 0,-1 0,19 0,-19 0,1 0,0 0,-18 18</inkml:trace>
  <inkml:trace contextRef="#ctx0" brushRef="#br0" timeOffset="129234.9497">13600 11165,'17'0,"1"0,-1 0,1 18,17-18,-17 18,17-1,-17-17,0 0,-1 0,1 18,17 0,-17-18,17 0</inkml:trace>
  <inkml:trace contextRef="#ctx0" brushRef="#br0" timeOffset="129765.0633">14129 10848,'53'0,"0"18,-18-1,0-17,-17 18,-1-1,-17 1,18 17,-18-17,0 0,0 17,-35 18,17-36,-17 19,-18-1,18-17,17-1,0-17,54 0,34 0,-35 0,18 0,0 18,-35 0,17 17,-17-35,0 35,-1 0,-17-17,0 17,0 1,0-1,0-17,0-1,-17 1,-1-1,18 1,-18-18,1 0,-1 0,0 18,18-1</inkml:trace>
  <inkml:trace contextRef="#ctx0" brushRef="#br0" timeOffset="129993.8696">14852 11342,'35'35,"0"18,-17-18,17 1,-17-1,0 0,-18-17,0-1,0 1,0 0,0-1,-18-17,0 18,18 0</inkml:trace>
  <inkml:trace contextRef="#ctx0" brushRef="#br0" timeOffset="130563.9153">15169 11007,'18'-18,"0"0,-1 1,1-19,17 1,1 0,-1 0,-18-1,-17 19,18-19,-18 19,0-18,0 17,-35 0,0 1,17-1,-53-17,-17 35,18-18,-54 18,71 0,18 18,70-1,0 19,36 17,-36-18,18 0,0 0,0 1,0 17,-18-1,18 1,-35 0,35 35,-18-17,-17 17,-1-17,1-1,0-17,-18 18,0-54,0 19,0-1,0 0,-18 1,0-1,-17 35,0 19,-1-1</inkml:trace>
  <inkml:trace contextRef="#ctx0" brushRef="#br0" timeOffset="131226.4519">13794 11642,'17'-18,"1"18,0 0,-1 0,1 0,-1 0,1 0,17 0,-17 0,0 0,-1 0,1 0</inkml:trace>
  <inkml:trace contextRef="#ctx0" brushRef="#br0" timeOffset="132538.7319">9878 11112,'0'-17,"17"17,36 17,88 19,-105-19,-1-17,-17 18,-18 0,0-1,0 1,0 0,-18 17,-17-17,-1-1,-16 1,-19 17,0 0,-34 18,34-17,0 16,-17-16,88-19,-17-17,-1 0</inkml:trace>
  <inkml:trace contextRef="#ctx0" brushRef="#br0" timeOffset="134534.4049">3422 13000,'18'0,"-1"53,18 17,1 1,-19-1,1 1,-18 0,18-36,-18 18,0-18,0-17,0-1,0 1,0-53</inkml:trace>
  <inkml:trace contextRef="#ctx0" brushRef="#br0" timeOffset="134907.0027">3616 13106,'35'0,"18"17,18 1,-18 17,17-17,-52 0,35 17,-18 0,-17 0,-1-35,-17 53,0 18,0-36,0 18,0 0,0-18,-35 18,0-18,-1 18,19-53,-1 18,1 0,-1-18,0 0,36-36</inkml:trace>
  <inkml:trace contextRef="#ctx0" brushRef="#br0" timeOffset="135228.0799">4727 13106,'-35'17,"35"1,-35 17,17 18,-17 18,-1 52,19-52,17 17,0-18,0-34,0 17,17-18,1 0,0-35,-1 0,1 36,0-36,-1 0,-17 17,36-17,-19 0,18 0</inkml:trace>
  <inkml:trace contextRef="#ctx0" brushRef="#br0" timeOffset="135525.1299">4639 13176,'18'18,"87"52,37 72,-54-1,-35-53,35 18,-35-18,-18-18,0-17,-17-35,17 17,-17 1,-18-19,18-17,-18 18,17-18,1 0,17-18</inkml:trace>
  <inkml:trace contextRef="#ctx0" brushRef="#br0" timeOffset="135790.5195">5151 13458,'-18'18,"0"35,18 18,-17-19,-19 19,19-18,-19 18,-16-19,34-16,-17-1,17-17,0-18,1 17</inkml:trace>
  <inkml:trace contextRef="#ctx0" brushRef="#br0" timeOffset="136151.8177">5362 12806,'0'0,"0"35,18 36,-1-18,36 17,-17-17,-36 0,53 0,-36 17,19-17,-36 18,35-18,-35-18,0 18,0 0,0-35,-18 17,18 0,-17-35,-1 35,18-17,-18-18,-17 0,17 0</inkml:trace>
  <inkml:trace contextRef="#ctx0" brushRef="#br0" timeOffset="136516.956">6332 13159,'18'-18,"0"18,-1-18,1 18,17 0,-17 0,-1 0,36 0,-17 0,-19 0,1 0,0 0,-18 18</inkml:trace>
  <inkml:trace contextRef="#ctx0" brushRef="#br0" timeOffset="136869.882">6015 13476,'17'0,"19"-18,-19 18,1 0,0 0,-1 0,19 0,17 0,-1 0,1 0,0 0,-17 0,-1 0,-18 0,1 0,0 0</inkml:trace>
  <inkml:trace contextRef="#ctx0" brushRef="#br0" timeOffset="138979.3438">7285 12894,'0'18,"35"70,0 35,-35-34,0 16,0-52,0 18,-17-1,-1-17,18-35,-18 17,18-17</inkml:trace>
  <inkml:trace contextRef="#ctx0" brushRef="#br0" timeOffset="139643.2104">7638 12823,'53'89,"-18"-36,0 17,-17-35,-1 18,-17 0,0-35,0 17,0 0,0-17,0-36,18-17,17 18,-17-1,0 18,17 0,18 35,0 0,-18 1,18-1,-18 0,-17 1,-1-19,-17 1,0-1,0 1,0 0,-17 17,-18 0,-1-17,19 17,-36-17,17-18,36 17,-35-17,17 0,-34 0,-19-88,0-70</inkml:trace>
  <inkml:trace contextRef="#ctx0" brushRef="#br0" timeOffset="139880.3011">7726 12806,'35'0,"18"0,-35 17,35-17,-1 0,-34 0,35 0,-35 0,-1 0,1 0,0 0,-18 18,17-18</inkml:trace>
  <inkml:trace contextRef="#ctx0" brushRef="#br0" timeOffset="140160.3323">8308 13317,'18'36,"-1"17,18-18,-17 0,0 0,-1 1,-17 17,0-36,0 1,0-1,18-17,-18 18,53-18,53-70</inkml:trace>
  <inkml:trace contextRef="#ctx0" brushRef="#br0" timeOffset="140528.2696">9543 12559,'0'18,"-18"-1,18 1,-18 17,1 18,17 0,-18-18,0 18,1 0,17-35,-18 17,18-17,18-18,17 17,0-17,36 18,17-18,36 0,-1 0,-52 0,-18 0,-53-18,17 18</inkml:trace>
  <inkml:trace contextRef="#ctx0" brushRef="#br0" timeOffset="140818.292">9807 12753,'0'0,"0"53,0-18,0 36,0-18,-17-18,17 18,-18 0,0-18,1 18,-1 0,0 0,1-36,17 1,0 0,0-1,-18-17</inkml:trace>
  <inkml:trace contextRef="#ctx0" brushRef="#br0" timeOffset="141395.3491">10548 12718,'18'0,"-1"0,54 35,35 18,-36-18,36-17,-35 17,-1-17,-52-1,17-17,-17 0,-18 18,0 0,0-1,-18 18,0 1,-17-19,18 36,-1-17,0-1,-17-17,17-1,18 18,-17-35,-1 0</inkml:trace>
  <inkml:trace contextRef="#ctx0" brushRef="#br0" timeOffset="141748.3304">11818 12718,'0'0,"18"0,-1 0,1 0,53 0,17 17,-18-17,1 18,-36-18,-17 18,-1-18,1 0,-18 17</inkml:trace>
  <inkml:trace contextRef="#ctx0" brushRef="#br0" timeOffset="142196.5256">12065 12735,'0'36,"35"16,-17 19,0 0,-1 17,-17-35,0 35,0-18,0-34,0 34,0-34,0-1,0-18,18-17,-1 0,1 0,35 0,18 0,17 0,35 0,-35 0,-17 0,-36 0,-17 0,-36 0,1 0,-1 0</inkml:trace>
  <inkml:trace contextRef="#ctx0" brushRef="#br0" timeOffset="142755.1193">12206 12788,'18'0,"-1"0,1 0,17 0,18 0,-18 35,18-17,0 17,0-17,-35 35,0-35,-1 17,1 0,-1 0,-17 18,0 0,0-17,0-1,-17 18,-1-36,1 1,-1 17,0-17,1-18,-1 0,0 0,36-71</inkml:trace>
  <inkml:trace contextRef="#ctx0" brushRef="#br0" timeOffset="143066.1335">13282 12206,'-18'18,"-17"17,18 18,-19 0,19 17,-1 19,0-1,1 18,17-18,0-18,0 1,0-18,0-18,17 0,19-35,-19 0</inkml:trace>
  <inkml:trace contextRef="#ctx0" brushRef="#br0" timeOffset="143301.2222">13282 12488,'35'0,"1"18,-19 17,19 1,-19-19,1 1,-18-1,17 1,1-18,0 35,-18-17</inkml:trace>
  <inkml:trace contextRef="#ctx0" brushRef="#br0" timeOffset="143537.3246">13899 12506,'-17'0,"-1"18,-17 17,-18 0,0-17,-18 17,1-17,35 17,-18-17,17-1</inkml:trace>
  <inkml:trace contextRef="#ctx0" brushRef="#br0" timeOffset="143841.2939">13635 12700,'17'53,"19"0,-19 35,1-17,0-1,-18 18,17-52,-17 52,0-35,0 0,0-36,0 1,-17 0,17-1,-18 1,0-18,18 17,-17-17,17-17,88-107</inkml:trace>
  <inkml:trace contextRef="#ctx0" brushRef="#br0" timeOffset="144169.2093">14076 12224,'35'35,"-17"-35,-1 53,-17-35,36 34,-1 19,18 35,-36-36,19 72,-19-37,1-16,-18-1,0-18,0 1,0-18,-18-18,18 0,-17-17,-1 17,0-35,1 36,17-19,-35-17,17 0,18 18</inkml:trace>
  <inkml:trace contextRef="#ctx0" brushRef="#br0" timeOffset="144601.0416">14411 12965,'18'0,"17"0,0 0,-17 0,-1 0,19 0,-19 0,19 0,-1 0,-17 0,17 17,-18-17,1 18,0-18,-1 0,1 0,17 17,1-17,16 18,-34-18</inkml:trace>
  <inkml:trace contextRef="#ctx0" brushRef="#br0" timeOffset="144865.553">14623 13176,'17'0,"1"0,0 0,-1 0,1 0,-1 0,19 18,17 0,0-18,17 17,1 1</inkml:trace>
  <inkml:trace contextRef="#ctx0" brushRef="#br0" timeOffset="145512.5865">15099 12577,'35'0,"-17"0,17 0,36 35,-1-18,-17 19,-53-19,35-17,1 18,-36 0,0-1,17-17,-17 36,0-1,0 0,-53 18,18 0,0-18,-18-17,35-18,1 17,17 1,-18-18,53 0,18 0,-35 0,17 0,-35 18,18-1,17-17,-35 18,35 0,-35-1,18 1,-18 17,18 18,-18-35,0 17,-18 0,-17-17,17 17,0-17,-17 17,0 0,0-35,-1 18,19 0,17-1,-18-17,0 0</inkml:trace>
  <inkml:trace contextRef="#ctx0" brushRef="#br0" timeOffset="145762.7705">15557 13123,'0'0,"36"0,-1 36,-17-1,-18-17,17-18,-17 17,18-17,-18 18,0-1,0 1,-18-18,1 18,17-1,0 1</inkml:trace>
  <inkml:trace contextRef="#ctx0" brushRef="#br0" timeOffset="146185.2318">15716 12665,'18'0,"0"0,17 17,18 19,0-19,-36 19,19-19,-1 1,0-1,-35 1,0 0,18-18,-18 17,0 19,0-19,0 19,0-1,0 18,-18 0,-17 0,17-18,1-17,17-1,0 1,17-18,-17-18,0 1</inkml:trace>
  <inkml:trace contextRef="#ctx0" brushRef="#br0" timeOffset="146967.4725">16422 12982,'17'-35,"19"17,-1-35,18-52,35-1,-35-18,35 18,-17-17,-18-18,-53 35,0 35,0 19,-18 34,0 18,1-18,-19 18,1 0,-35 0,17 0,-18 36,18-1,18 53,17-35,18 53,0-18,0 0,0-17,18-36,-18-17,18-1,17 1,-35 0,35-18,0 17,-17-17,17 0,-17 0,0 0,-1 0,36 71,-18-1,1 54,-1-1,18 36,-53 70,0-52,0 34,0-34,-35-19,17-34,0-36,1 18,17-18,0-35,0-35,0-1,0 1,17-18,-34 0</inkml:trace>
  <inkml:trace contextRef="#ctx0" brushRef="#br0" timeOffset="148508.4836">6897 12277,'35'0,"106"35,88-17,36-1,53-17,87 0,-34 0,-54 0,54-53,-107 18,-35 17,-34 1,-54-1,-71 0,36 1,-18-18,-17 17,52-17,-35 17,54-17,-1-18,17-18,36 36,-17-18,34 0,-34 18,-18-18,-36 35,1 1,-1-1,1 18,-1-53,36 53,-18 0,35 0,-35 0,18 0,-35 0,-19 0,1 0,-18 0,1 0,-19 0,-17 0,18 0,-1 0,18 0,1 0,34 0,-35 0,0 0,-17 0,0 0,-36 0,0 0,-17 0,-1 0,1 0,0 0,-1 0,1 0,0 0,-1 0</inkml:trace>
  <inkml:trace contextRef="#ctx0" brushRef="#br0" timeOffset="150140.031">6174 13952,'70'18,"107"105,-36-52,-18 17,-17-35,0 0,-36 0,-17-35,-17-1,-19 1,18-18,1 18,-19-18,19 0,-1 17,0-17,36 0,-1-17,54-1,35-53,35 1,17-54,-52 54,0 17,-89 18,1 17,-54 18,1 0,17 18,18 34,36 1,-37 0,-52-17,36-19,-19 1,19-18,-36 17,17-17,1 0,0 18,34-18,19 0,35 0,53-53,17-17,-35 17,-35-18,-71 36,0 17,-17 18,0 0,-18 36,35-19,-17 18,17-17,-35 0,18-18,-1 0,-17 17,36-17,16 0</inkml:trace>
  <inkml:trace contextRef="#ctx0" brushRef="#br0" timeOffset="151175.449">11077 12577,'53'17,"35"1,1 17,16 18,19 0,-18-18,-36-17,-35-1,-17 19,0-36,-1 0,-17 17,0 1,0 0,-35 17,17 18,-17 0,0 17,0 1,-1-1,1-17,0-17,17-1,18-17,-17-1</inkml:trace>
  <inkml:trace contextRef="#ctx0" brushRef="#br0" timeOffset="151751.128">9754 13529,'18'0,"17"0,36 0,17 0,18 35,17-17,107 0,-19-18,-17 0,-17 0,17 0,-106 0,-35 0,-18 0,-17 0,-18 17</inkml:trace>
  <inkml:trace contextRef="#ctx0" brushRef="#br0" timeOffset="153276.9205">6703 15152,'35'0,"-17"17,-18 1,35 0,-17 17,17 0,-17 1,-18-19,17 1,1 17,-1-17,-17-1,0 1,18 0,0-18,-1 0</inkml:trace>
  <inkml:trace contextRef="#ctx0" brushRef="#br0" timeOffset="153585.9438">7444 15205,'-18'0,"-35"17,-18 19,36-1,-71 18,36-18,-1 0,18 1,18-19,17 1,1 0,-1-18,18 17</inkml:trace>
  <inkml:trace contextRef="#ctx0" brushRef="#br0" timeOffset="154180.7648">6950 15487,'0'35,"0"53,0 1,0 34,0 36,0-36,-36 1,19-1,17-17,0-35,0-1,0 1,0-36,0 0,0-17,0 0,17-18</inkml:trace>
  <inkml:trace contextRef="#ctx0" brushRef="#br0" timeOffset="154938.7192">5980 16581,'0'-18,"17"18,1 0,-1 0,1 0,53 0,158 0,36 0,34 0,-16 0,87 0,-105 0,-71 0,17 0,-70 0,-70 0,-18 0,-35 0,-1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21:52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1552 1640,'0'18,"0"53,0-36,0 35,0-17,0-17,0 17,0-18,0 0,0-17,0-1</inkml:trace>
  <inkml:trace contextRef="#ctx0" brushRef="#br0" timeOffset="883.431">2311 1605,'17'0,"1"0,0 0,-18-18,17 18,1-17,-18-1,18 1,-18-1,17-17,1-1,-1-17,-17 1,18-1,-18 17,0-17,0 1,0 34,0 0,-18 1,1 17,-1-18,1 18,-19-18,1 18,0 0,-1 0,36 18,-17-18,-1 18,18-1,0 1,-18 0,18-1,18 1,17-18,-17 17,0-17,-1 53,1 18,0 17,-18-17,0 17,0-18,0 19,0 16,0-16,0-19,-18 36,0-35,18-36,-17 18,17-18,0-17,0-1,-18-17</inkml:trace>
  <inkml:trace contextRef="#ctx0" brushRef="#br0" timeOffset="1223.1393">2663 2134,'18'0,"0"18,-18 0,17-18,1 35,-18-18,18-17,-18 18,17 0,1-18</inkml:trace>
  <inkml:trace contextRef="#ctx0" brushRef="#br0" timeOffset="3915.7811">4939 935,'0'0,"35"35,0 18,1 0,-19 0,36 35,-17-17,-1 34,0-34,36 35,-36-36,0-17,0 0,-35-17,36-1,-19-18,-17 1,0-36</inkml:trace>
  <inkml:trace contextRef="#ctx0" brushRef="#br0" timeOffset="4242.6508">5609 864,'-17'36,"-19"16,-17 37,-17-19,17 18,0-17,0-18,18 0,-1-18,1-17,18 17,-1-17,0-1,1-17</inkml:trace>
  <inkml:trace contextRef="#ctx0" brushRef="#br0" timeOffset="4586.29">5592 1199,'0'0,"35"0,0 0,18 18,-18 0,36-1,-54 1,19-18,17 18,-36-18,1 17,0-17</inkml:trace>
  <inkml:trace contextRef="#ctx0" brushRef="#br0" timeOffset="4845.7404">5944 1517,'0'0,"0"35,0 0,0 18,0 0,0-17,0-1,0-17,0 17,0-18,0 1,-17 0,-1-1,0-17</inkml:trace>
  <inkml:trace contextRef="#ctx0" brushRef="#br0" timeOffset="5291.3045">6473 1658,'18'0,"-18"-35,18-36,-1 18,1 18,17-36,36-17,17 18,18-1,-36 18,-17 18,-35 35,0 0,-1 0,1 18,35-1,0 36,17 18,18-18,-35-18,-17 0,17 0,-18-17,0 17,-17-17,-1 0,1-18,0 0,17 0,18-36,0 19,17-71,36-18,18 18,17-54</inkml:trace>
  <inkml:trace contextRef="#ctx0" brushRef="#br0" timeOffset="5598.8867">8678 600,'0'106,"0"17,0 18,0 18,0-18,0-18,0 19,0-19,0-35,0 0,0-17,0-18,-17 0,17-36,0 1,-18-18,0 18,-17-18,17-36</inkml:trace>
  <inkml:trace contextRef="#ctx0" brushRef="#br0" timeOffset="6047.9327">8555 829,'0'0,"17"0,-17-18,18 18,35 0,-35 0,35 0,0 18,-36-18,36 18,0 17,-18 0,-17-35,17 35,-35-17,18 0,-1 17,1 0,-18 18,0-17,0-19,0 18,-18-17,1 0,-1-1,18 1,-17-18,-1 0,0 0,-17 18,17-1,1-17</inkml:trace>
  <inkml:trace contextRef="#ctx0" brushRef="#br0" timeOffset="6373.338">9084 1041,'0'35,"-18"18,18 35,0-17,0 17,0-18,0 19,18-19,-18-35,18 18,-1 0,-17-35,0 17,18 0,-18-17,0 0,0-1</inkml:trace>
  <inkml:trace contextRef="#ctx0" brushRef="#br0" timeOffset="6922.3271">9613 1129,'0'18,"0"17,0-18,0 36,0 18,0-18,0-18,0 18,0-35,18-1,17-17,18-70,0-1,-35 18,17 0,-18 36,1-36,-18 35,0 1,-18-1,-17-17,18 35,-1 0,-17 0,17 0,18 17,-18-17,1 0,17 18,-18 0,18-1,0 18</inkml:trace>
  <inkml:trace contextRef="#ctx0" brushRef="#br0" timeOffset="7238.8434">9984 1182,'17'53,"1"0,0-18,-1 18,1 0,-1 0,1-18,0 0,-18-17,17-1,1-17,-18 18,-35-18</inkml:trace>
  <inkml:trace contextRef="#ctx0" brushRef="#br0" timeOffset="7868.655">10530 1005,'18'0,"0"0,17 18,18 17,-18-35,-17 18,-1 0,1-1,0-17,-18 18,0 17,0 0,0-17,-36 0,1 35,0-18,17-17,-17 17,0-35,35 17,-18-17,36 0,-1 0,1 0,17 0,18 0,0 18,-18 0,-17-18,0 17,-1-17,1 0</inkml:trace>
  <inkml:trace contextRef="#ctx0" brushRef="#br0" timeOffset="8400.726">10883 741,'35'17,"18"36,-17 0,17 0,17 18,18 17,-35-17,35 17,-52-18,-19-17,1-18,0 18,-1 0,1 0,-18-18,0 18,0 0,0-35,0 17,-18 1,18-19,-17-17,17 18,-18-18,0 0,1 0,-1 17,0-17,1 0</inkml:trace>
  <inkml:trace contextRef="#ctx0" brushRef="#br0" timeOffset="10440.4746">4374 2875,'18'0,"0"0,17 0,18 0,-35 0,52 0,1 0,17 0,0 0,-17 0,-18 0,-1 0,1 0,-35 0,0 0</inkml:trace>
  <inkml:trace contextRef="#ctx0" brushRef="#br0" timeOffset="11096.2506">4710 2893,'0'53,"0"17,0 18,0-17,0 17,0-35,0 18,0-1,0-17,0-18,0 1,0-19,0 1,17-18,1 0,17 0,36 0,-1 0,-34 0,16 0,1 0,-17 0,-19 0,1 0</inkml:trace>
  <inkml:trace contextRef="#ctx0" brushRef="#br0" timeOffset="11490.7831">4762 3298,'18'0,"17"0,36 0,17 0,-17 0,17 0,-35 0,17 0,1 0,-53 0,17 0,-18 0,19-35</inkml:trace>
  <inkml:trace contextRef="#ctx0" brushRef="#br0" timeOffset="11918.7421">5644 2963,'0'0,"-35"0,18 0,-36 18,0 0,0 17,35 0,-17-17,0 17,35 18,-18 18,18-36,18 35,-1-17,18-17,-35-1,36-18,-19 1,1 0,0-18,-1 0,1-18,17-35</inkml:trace>
  <inkml:trace contextRef="#ctx0" brushRef="#br0" timeOffset="12286.0762">5680 2963,'17'0,"1"0,53 36,17 34,-35-35,0 54,17-36,-35-1,18 1,-35-35,17 35,-17-35,0 17,-1-18,1-17,-18 18,17-18,1-18</inkml:trace>
  <inkml:trace contextRef="#ctx0" brushRef="#br0" timeOffset="12613.2609">6156 2928,'-18'0,"18"35,-17 1,-19 17,19-1,-19 1,-16 18,16-18,1-18,17 0,1 1,-1-19,0-17,18 18,0 0</inkml:trace>
  <inkml:trace contextRef="#ctx0" brushRef="#br0" timeOffset="12979.9115">6456 3016,'35'0,"0"0,-17 0,17 0,1 0,-1 0,18 18,-18 0,0-1,-17-17,0 0,-1 0,-17 18,18-18,0 0,-1 0,18 0</inkml:trace>
  <inkml:trace contextRef="#ctx0" brushRef="#br0" timeOffset="13286.7492">6615 3246,'17'0,"1"35,17 0,-35 18,18-18,-1-17,-17 17,0 0,0 1,0-19,0 1,0 0,0-1,18-52,17-36,89-70</inkml:trace>
  <inkml:trace contextRef="#ctx0" brushRef="#br0" timeOffset="13629.5857">7320 2646,'18'17,"17"36,-17 0,17-17,-17 16,17 37,-17-19,-1 1,1-1,-1 1,-17-18,0 0,-17 17,-1-17,1-18,-1-17,0 17,18-17,-17 0,-1-18,0 0,1 0,-1 17</inkml:trace>
  <inkml:trace contextRef="#ctx0" brushRef="#br0" timeOffset="14083.5615">7691 2893,'17'0,"1"0,17 0,0 0,18 0,-17 17,34 1,1 0,-1-1,1-17,17 18,-17 0,-36-18,18 0,-18 0,-35 17</inkml:trace>
  <inkml:trace contextRef="#ctx0" brushRef="#br0" timeOffset="14390.4538">8008 3210,'18'0,"-1"0,19 0,-19 0,1 0,17 0,0 0,18 18,-17-18,-19 18,36-18,-18 0,-17 0,53 0,-36 0,0 0,0 0,18 0,-17-18,17-17</inkml:trace>
  <inkml:trace contextRef="#ctx0" brushRef="#br0" timeOffset="14653.3825">8784 2822,'0'35,"53"36,0 35,-18-36,-35 19,18-19,-18 18,0-17,0-18,0 17,-18-34,18-19,-17-17,-1 0</inkml:trace>
  <inkml:trace contextRef="#ctx0" brushRef="#br0" timeOffset="15028.4165">9084 2734,'18'0,"17"0,0 18,53 35,-17-18,17 0,-17 0,-18 18,0 0,-36-17,1-1,-1 0,-17 18,0-18,-35 18,18 0,-19 0,19-18,-19-35,1 18,0 0,35-1,-18-17,-17 0,35 18,-18-18,1 0</inkml:trace>
  <inkml:trace contextRef="#ctx0" brushRef="#br0" timeOffset="15403.5543">9895 2999,'0'17,"0"1,0 35,0-18,0 36,18-18,17 17,-17 1,0-18,-1-18,19 18,-19-18,18 0,-17-17,-18 0,18-1,-1-17,-17 18,18-18,-18-18,18-17,-1 17,1-52,-18 17</inkml:trace>
  <inkml:trace contextRef="#ctx0" brushRef="#br0" timeOffset="15657.8419">10054 2822,'35'0,"18"18,18 35,-1 17,-17-17,0-17,0 16,0 1,-18 0,-17-17,35-1,-35-18,17 19,0-1,-17-17,17-18,36 0,-36-18</inkml:trace>
  <inkml:trace contextRef="#ctx0" brushRef="#br0" timeOffset="15911.5736">10689 2822,'-17'0,"-1"0,-35 53,35-18,-35 18,18 0,17-17,-17 16,18-34,-1 17,0 1,1-19,-1 1,18 0,0 17,18-18</inkml:trace>
  <inkml:trace contextRef="#ctx0" brushRef="#br0" timeOffset="16145.9801">10795 2893,'0'0,"18"0,-1 0,1 0,52 17,-17 1,0 0,-17-18,-19 0,36 17,-35-17,17 0,18 18,-35-18,17 0,-35 18</inkml:trace>
  <inkml:trace contextRef="#ctx0" brushRef="#br0" timeOffset="16412.5977">11112 2981,'0'18,"18"35,17-18,-35 35,0 1,0-36,0 36,0-18,0 0,0-18,0-18,-17-17,-1 18,18-88,71-19</inkml:trace>
  <inkml:trace contextRef="#ctx0" brushRef="#br0" timeOffset="16733.4517">11307 2417,'17'0,"1"0,35 52,-18 1,0-35,1 35,-1 0,-18 17,19-17,-19 0,1-18,-18 18,0 0,0-17,0 17,-18-1,1-34,17 17,-18 1,18-19,-18 1,1 0,17-1,0 1,0-1</inkml:trace>
  <inkml:trace contextRef="#ctx0" brushRef="#br0" timeOffset="17084.5176">12188 2805,'18'0,"0"0,-18-18,17 18,19 0,-19 0,36 18,0-1,-18-17,1 0,17 18,-18-18,-17 17,-1 1,1 0,-18 17</inkml:trace>
  <inkml:trace contextRef="#ctx0" brushRef="#br0" timeOffset="17357.3854">12224 3140,'17'0,"19"0,-19 0,36 0,0 35,0-17,-18 17,1-17,-1-1,-17 1,-1-18,1 17,17 19,-17-1,17 18,18-18,-35-35</inkml:trace>
  <inkml:trace contextRef="#ctx0" brushRef="#br0" timeOffset="18044.8082">13017 2893,'0'17,"-17"-17,34-17,1 52,0 53,-1-17,1-18,0 0,-1-36,1 1,-18 0,0-1,18-17,-1 0,1-17,0-1,-1-17,1-18,-18 35,0-35,0 18,-18 0,-17 17,35 0,-35 1,17-1,0 18,54 71</inkml:trace>
  <inkml:trace contextRef="#ctx0" brushRef="#br0" timeOffset="18367.0377">13494 3069,'17'0,"1"18,0 17,-1-17,-17-1,0 19,18-36,0 35,-18-17,0-1,0 1,0 17,0 0,0 1,17-1,36-17</inkml:trace>
  <inkml:trace contextRef="#ctx0" brushRef="#br0" timeOffset="19014.2057">13917 2752,'18'0,"-1"0,-17-18,18 18,17 0,1 35,16 1,1-1,-17-18,-36 1,17-18,1 18,-18 17,0-17,0 17,0-17,-18 35,1-1,-19 1,-17 0,-17 0,-1 0,-34 18,34-36,36-17,52-18,1 0,0 0,17 0,35 0,-17 0,36 0,-19 0,1 0,-36 0,-17 0,-1 0,-34 0,17-18,0 0,-18 18</inkml:trace>
  <inkml:trace contextRef="#ctx0" brushRef="#br0" timeOffset="19499.1241">16792 2028,'18'0,"-1"0,19 0,-1 0,0 18,18 0,-17-18,-19 17,18-17,-17 18,0-18,-1 0,1 0,0 18,-18-1,17-17</inkml:trace>
  <inkml:trace contextRef="#ctx0" brushRef="#br0" timeOffset="19822.0589">17057 2205,'35'70,"18"1,-35 35,-1-36,1 19,-18-19,0 18,0-35,0 18,-18-18,18-18,-17-17,17-1,-18-17,18 18</inkml:trace>
  <inkml:trace contextRef="#ctx0" brushRef="#br0" timeOffset="20055.8489">17357 2522,'0'0,"17"-17,19 17,-19 0,54 0,-1 0,1 0,-18 0,17 17,-34-17,-19 0,1 18,-18 0,0-1</inkml:trace>
  <inkml:trace contextRef="#ctx0" brushRef="#br0" timeOffset="20305.5857">17286 2946,'35'0,"1"0,17 0,-18 0,18 0,0 0,-18 0,36-18,-19 18,1-18,0 18,0-35,18 17,-18-17,-18-18,0 0</inkml:trace>
  <inkml:trace contextRef="#ctx0" brushRef="#br0" timeOffset="20602.2101">17921 1976,'71'141,"-1"-18,-35 36,-17-36,35-34,-53 34,0-52,0-1,0-17,0 0,0 0,0-35,0-1,0 1,-18-18,18 17,0 1,-17-18,-1 18,0-18</inkml:trace>
  <inkml:trace contextRef="#ctx0" brushRef="#br0" timeOffset="20954.1011">18362 2769,'0'-17,"18"17,-1 0,-17-18,18 18,-18 18,0-1,0 19,18-36,-18 52,35-34</inkml:trace>
  <inkml:trace contextRef="#ctx0" brushRef="#br0" timeOffset="21179.7284">18874 2611,'17'0,"19"17,-36 1,17-18,1 0,-18 17,0 1,0 0,0 17,35 0</inkml:trace>
  <inkml:trace contextRef="#ctx0" brushRef="#br0" timeOffset="21385.5522">19526 2716,'0'0,"36"18,-19-18,1 18,-18-1,0 1,0 0,-18 17</inkml:trace>
  <inkml:trace contextRef="#ctx0" brushRef="#br0" timeOffset="22008.5423">20338 1623,'17'0,"19"0,34 35,36 0,17 36,-34-18,-19 0,-17-18,-18 0,-35-17,0 17,0-17,0 35,0 0,-17 0,-19-18,-34 53,-1-35,-17-35,-53 52,53-35,-18-35,88 0,1 0,17 18,17-36,54-17,-1 18,19 17,34 0,-52 0,-1 0,-17 17,-18 1,-17-1,17 19,-35-1,18 0,-18 1,0-1,0-18,0 19,0-1,-18 0,-17-17,17 0,1-1,-18-17,35 18,-18-1,0 1,1-18,17-53,53-53</inkml:trace>
  <inkml:trace contextRef="#ctx0" brushRef="#br0" timeOffset="22502.0729">21255 2222,'17'0,"1"18,-18 0,18 35,-18-18,17-17,-17 17,0-17,18-1,-18 1,18-18,-1 0,36-18,-17-35,-19 18,18 0,-35-1,0 1,0 0,-17 17,-1-17,1 17,-36-17,35 17,-17 1,17 17,18-18,0 71,18 35,17-17,18-18</inkml:trace>
  <inkml:trace contextRef="#ctx0" brushRef="#br0" timeOffset="23025.3428">21925 2134,'18'0,"-18"53,0 0,0 0,17 0,1 0,0-18,-1-17,1 17,0-35,17 35,0-35,18 0,18-17,-18-19,-18 1,-18 18,1-36,-18 17,0 19,-18-36,-17 0,0 0,0 18,17 17,-17-17,-18-1,35 19,1 17,-1-18,0 18,1 0,17-17,-18 17,36-18,-1 18,1 0,-18-18</inkml:trace>
  <inkml:trace contextRef="#ctx0" brushRef="#br0" timeOffset="25557.1231">2646 5327,'0'-18,"17"18,1 0,-18-17,35 17,36 0,17 0,18 0,17 0,-34 0,16 0,-69 0,-1 0,-17 0,-1 0</inkml:trace>
  <inkml:trace contextRef="#ctx0" brushRef="#br0" timeOffset="26524.2608">2805 5397,'35'0,"35"36,-52-19,35 19,0-19,0 19,17-1,-52 0,35 0,-18-35,-17 0,-18 18,0 0,0-1,0 19,-53-1,0 0,-18 0,1 1,-1-1,18 0,18-17,17 0,1-1,17 1,17-18,19 0,-36-18,17 18,19 0,17 0,0 18,52-18,-52 17,53-17,-71 0,36 18,-36-18,-17 0,-1 0,1 0,0 0,17-35</inkml:trace>
  <inkml:trace contextRef="#ctx0" brushRef="#br0" timeOffset="26869.0098">3687 5380,'17'17,"54"72,70 52,-53-35,-17-18,-1-18,1 36,-36-53,0-18,1-17,-36 0,35-1,-35 1,17-18,1 18,0-18,-1-18,19-53</inkml:trace>
  <inkml:trace contextRef="#ctx0" brushRef="#br0" timeOffset="27150.4433">4339 5539,'-17'17,"-19"19,19-19,-36 36,17 0,19 0,-1 0,-35-18,18 0,0 18,17-17,-17-1,17-35,0 0,18 17,0 1</inkml:trace>
  <inkml:trace contextRef="#ctx0" brushRef="#br0" timeOffset="27418.048">4480 5486,'18'0,"35"0,0 0,53 53,-54-53,19 35,-36-35,1 18,-1-18,-17 0,-18 17,0 1</inkml:trace>
  <inkml:trace contextRef="#ctx0" brushRef="#br0" timeOffset="27681.9663">4692 5733,'35'35,"-17"0,17 18,-35-35,18 17,-18 0,17-35,-17 18,0 0,0-1,0 1,0-1</inkml:trace>
  <inkml:trace contextRef="#ctx0" brushRef="#br0" timeOffset="28181.5003">2593 6456,'18'0,"-1"0,1 0,35 0,0 17,0-17,-18 18,18 0,-18-18,-17 0,-1 17,-17 1,18-18,0 0,-18 35,0-17</inkml:trace>
  <inkml:trace contextRef="#ctx0" brushRef="#br0" timeOffset="28431.4958">2663 6579,'36'36,"-1"69,0-34,1 17,-19-35,18 0,-17 0,-18-35,18 17,-18-18,0 1,0 0,-18-1</inkml:trace>
  <inkml:trace contextRef="#ctx0" brushRef="#br0" timeOffset="28697.2703">2928 6597,'0'0,"18"0,17 0,0 0,18 18,0-1,0 1,-35-18,35 17,-1-17,-16 0,-19 0,-17 18,0 0</inkml:trace>
  <inkml:trace contextRef="#ctx0" brushRef="#br0" timeOffset="28910.3898">3016 6773,'18'0,"0"0,-1 0,1 0,-1 0,1 0,0 0,35 18,-18-18,0 18,0-1,18-17,36 18,-19-18,36 0,-18 0,-17 0</inkml:trace>
  <inkml:trace contextRef="#ctx0" brushRef="#br0" timeOffset="29176.2664">3792 6650,'0'53,"36"17,-1 1,-17 35,-18-53,17-18,-17 18,0-18,0-17,0-1,0 1,-17-18,17 18,-36-36,1-88</inkml:trace>
  <inkml:trace contextRef="#ctx0" brushRef="#br0" timeOffset="30081.0478">2399 4410,'18'0,"-1"0,18 0,18 0,-35 0,17 0,1 17,-1 1,-18-18,19 18,-19-1,1-17,0 18,-1-18,-17 18,0-1,0 18,0-17,0 17,0 1,-35 17,-18-18,0-18,-17 19,17-36,35 17,0-17,36-35,17 17,18 1,0 17,18 0,-1 0,-17 0,-18 17,-17 1,17 17,-17-17,0 0,-1 17,-17-17,18-1,-18 19,0-1,0-18,-18 1,1 0,-1-1,0-17,1 18,-1 0,0-18,1-53</inkml:trace>
  <inkml:trace contextRef="#ctx0" brushRef="#br0" timeOffset="30661.7369">3016 4621,'18'0,"0"18,17 35,-18 0,19-36,-19 19,19-1,-36-17,17-1,1-17,0 0,-18 18,17-18,1 0,-1 18,36-18,-17 0,-19 0,36-36,-35 1,-1 17,1-35,-18 18,0 18,-35-19,17 1,1 0,-19-1,-17 36,18-35,-18 18,18-19,0 36,-1-17,19 17,-1 0,0 0,1 0,-1 0,1 17,17 1,0 0,35 17,35-18,1-17</inkml:trace>
  <inkml:trace contextRef="#ctx0" brushRef="#br0" timeOffset="31170.0508">3457 4586,'18'35,"17"18,-17-17,-1 16,19 1,-1-17,0-1,-17-35,-18 18,35-1,-17-17,-18 18,35 0,18-18,-18 0,18 0,-18-36,-17 19,-18-19,0 1,-18 0,1-1,-1 19,-17-18,17 35,1-18,-19 0,19 1,-1 17,0 0,1 0,-1 0,1 0,-1 0</inkml:trace>
  <inkml:trace contextRef="#ctx0" brushRef="#br0" timeOffset="32957.4944">5644 6085,'0'-17,"18"-19,0 1,-1 0,1 35,-18-35,18 17,-1 18,-17-18,18 1,0 17,-1 0,1-18,-1 18,1 0,35-18,0 18,-35 0,17 0,0 0,18 36,-35-19,17 1,0 0,18-1,-53 1,18-18,-1 18,1-18,0 17,-1-17,36 0,18 0,-18-35,17 17,-17 1,0-19,-18 19,-17-1,-18 0,0 1,0-18</inkml:trace>
  <inkml:trace contextRef="#ctx0" brushRef="#br0" timeOffset="33317.0379">7743 5521,'-17'35,"-18"36,-1-1,-17 19,0-1,18 0,0-18,0 19,17-36,-17 0,17 17,0-35,1 1,17-19,0 1,0 0,0-71</inkml:trace>
  <inkml:trace contextRef="#ctx0" brushRef="#br0" timeOffset="33842.5672">7532 5768,'53'35,"0"71,0-18,-1 0,-16-17,-1-18,0 0,-35 0,18-53,0 17,-1 1,-34-18,17-71,17-34,-17 34,0 18,18-17,-18 17,0 35,17-17,-17 17,0 0,0 36</inkml:trace>
  <inkml:trace contextRef="#ctx0" brushRef="#br0" timeOffset="34600.8205">8678 5292,'-17'0,"-1"17,-17-17,-1 36,19-36,-18 35,-1 0,1 0,0 18,17-17,18 34,0 1,0 17,0-18,0 19,0-36,0 17,18 1,-18-1,17 1,1-36,0 0,-1 1,1-1,0-35,-18 18,17-1,1-17,-1 0,1 0,-18-17</inkml:trace>
  <inkml:trace contextRef="#ctx0" brushRef="#br0" timeOffset="38207.0672">20408 2716,'35'0,"54"0,34 0,18 0,0 0,18 0,-71 0,-17-17,-18 17,-18 0,0 0,18 0,-17 0,-1 0,-18 0,1 0,0 0,-1 0,19 0,-19 0,-17-18,18 18,0 0</inkml:trace>
  <inkml:trace contextRef="#ctx0" brushRef="#br0" timeOffset="40579.9965">9031 5433,'18'0,"17"0,-17 0,-1 17,19-17,-19 18,1-18,-1 0,-17 18,18-18,-18 17,18-17,-18 36,0-19,0 19,-36-1,1-18,18 19,-1-19,-17 1,35 0,-36-1,1 1,17 0,54-18,-1 0,0 0,18 0,-18 0,18 17,0-17,-17 18,-1-1,0 1,0 0,-35-1,18-17,17 36,-35-19,0 19,0 16,0 1,0-17,-17 17,-36 17,18-17,-18 0,17-18,19-17,-1 0,0-18,1 17,34-87</inkml:trace>
  <inkml:trace contextRef="#ctx0" brushRef="#br0" timeOffset="41164.5515">9737 5574,'-18'18,"0"34,18-16,0 17,0 0,0-18,0 18,18-18,-18 0,18-35,-1 18,1-18,-18 18,18-18,-1 0,18 0,1-36,-1 1,0-18,-17 18,0 0,-18-1,0 19,0-1,-18-17,-17 17,-1 0,1-17,0 0,0 17,-1 1,19-1,-1 18,0 0,1 0,-1 18,18-1</inkml:trace>
  <inkml:trace contextRef="#ctx0" brushRef="#br0" timeOffset="41648.4286">10319 5539,'-18'0,"18"17,0 1,0 35,0 17,0-17,0-17,18 16,-18-34,0 0,17-1,1-17,0 0,-18 18,17-18,36 0,-18-35,-17-1,0 1,-18 0,0 17,-18 1,0-1,-17 0,0 1,0-1,17 0,0 18,1 0</inkml:trace>
  <inkml:trace contextRef="#ctx0" brushRef="#br0" timeOffset="41969.6183">11289 5574,'0'18,"-18"34,18-16,-17 17,17 0,-18 17,-17-35,17 71,18-71,-35 1,35-1,-18-35,18 35,-18 1,1-36,-1 35,18-17</inkml:trace>
  <inkml:trace contextRef="#ctx0" brushRef="#br0" timeOffset="42219.0821">11130 5715,'0'0,"53"53,-18-18,1 18,-1 0,-17-18,-1 1,1-19,-1 18,-17-17,18 0,-18-1,0 1,0 17,35 18</inkml:trace>
  <inkml:trace contextRef="#ctx0" brushRef="#br0" timeOffset="42713.7064">11571 5768,'0'18,"0"34,0 19,0-18,0 0,18 0,-1-18,1-17,0-1,-1-17,1 0,35-35,-36-18,1 18,0 0,-18-18,0 17,-18 19,0-19,1 19,-1-1,-17 1,17-1,1 18,-1 0,0 0,18 18,0-1,0 18</inkml:trace>
  <inkml:trace contextRef="#ctx0" brushRef="#br0" timeOffset="43025.8682">11959 5962,'0'0,"18"53,-1 0,1-36,0 19,-1-1,1-17,-18-1,0 1,0 0,-18-1</inkml:trace>
  <inkml:trace contextRef="#ctx0" brushRef="#br0" timeOffset="43784.3254">12241 5539,'36'0,"-1"17,-17 1,-1 0,1-18,-1 17,-17 1,36-18,-36 17,17-17,-17 18,0 0,0 17,0-17,-17-1,-1 19,0-1,1 0,17-17,-18-18,18 17,0 1,18-18,35 0,-18 0,-17 0,-1 0,1 0,0 0,-1 0,36 0</inkml:trace>
  <inkml:trace contextRef="#ctx0" brushRef="#br0" timeOffset="44169.3431">13106 5944,'17'36,"1"-1,-18 0,0 0,0 18,0-17,0-1,0-17,0 34,-18-16,18-1,-17 0,-1-17,0-18,18 18,0-1,-17-17,-1 0,0 0</inkml:trace>
  <inkml:trace contextRef="#ctx0" brushRef="#br0" timeOffset="45127.7556">13564 5362,'18'0,"-18"-17,18 17,-1 0,18 0,1 0,-19 0,1 17,17-17,1 18,-36 17,17-17,1-1,-18 19,0-1,0-17,0 17,-18 0,1-17,-1-1,0 1,1-18,-1 0,36 0,35 18,0-1,-18 1,-18 0,19-1,-1 1,-17 0,-1 17,19 0,-1 18,-18 18,-17-19,0-16,0 34,0 1,-35-1,0 1,-18 0,0-36,18 18,17-36,1 1,-1 0,0-1,18-52,53-53,88-36,0 36</inkml:trace>
  <inkml:trace contextRef="#ctx0" brushRef="#br0" timeOffset="45778.4709">14287 5697,'0'-17,"0"52,0 0,18 18,-18-35,35 17,-17 0,0-35,-18 18,17 0,1-1,0-17,-18 18,17-18,1 0,0-18,-18-35,17 36,1-19,-18 1,0 18,0-19,-18 1,1 17,17 1,-18-19,0 36,1-17,17-1,-18 18,0 0,18-17,0 34,0 1,-17 35</inkml:trace>
  <inkml:trace contextRef="#ctx0" brushRef="#br0" timeOffset="46312.7461">14799 5486,'0'17,"0"1,-18 0,18 35,0-1,0 1,18-35,-18 17,18 1,-1-19,1 1,-18-1,0 1,18-18,-1 18,18-18,1 0,17-36,0 1,-36 0,-17 17,0-17,0 0,0 17,-17-17,-19 0,19-1,-19 19,1-19,0 36,17-17,1-1,-1 18,0 0,1 0,17 18</inkml:trace>
  <inkml:trace contextRef="#ctx0" brushRef="#br0" timeOffset="46705.461">15610 5468,'0'18,"0"35,0-36,0 36,-17 0,-1 18,-17-18,35-36,-35 36,17-35,0-1,1 1,-1 17,0-17,1-18,17 18</inkml:trace>
  <inkml:trace contextRef="#ctx0" brushRef="#br0" timeOffset="46995.9831">15434 5521,'18'-18,"-1"18,1 0,35 53,-18-17,0-19,-17 18,0 1,-1-36,1 35,0-35,-18 18,0-1,0 1,0 0,0 17,17 0,1-35</inkml:trace>
  <inkml:trace contextRef="#ctx0" brushRef="#br0" timeOffset="47503.6798">16034 5450,'0'36,"0"-1,-18 0,18 18,-18 18,18-1,0-34,0 16,0-16,18-19,-18 19,18-36,-18 17,0 1,17-36,36-35,0 0,-35 1,-1 16,-17-17,0 18,0 17,-17 1,-1-1,1 18,-1 0,18 18,0 17,0 36</inkml:trace>
  <inkml:trace contextRef="#ctx0" brushRef="#br0" timeOffset="47769.7779">16387 5768,'17'0,"1"0,-1 0,1 35,0-17,-18-1,17-17,-17 18,0 0,0-1,0 19,0-19,0 36,0 0,0-18</inkml:trace>
  <inkml:trace contextRef="#ctx0" brushRef="#br0" timeOffset="48374.3942">16581 5468,'0'0,"35"-18,18 36,-18 17,-17-35,-1 18,-17 0,18-18,0 17,-1 1,-17 0,0-1,18 1,-18-1,0 1,0 17,-18-17,1 17,17 1,-18-1,0 0,-17 0,17-17,1-18,34 0,19 0,-19 18,19-18,-1 17,-35 1,17-18,1 0,-18 18,0-1,18-17,17-35</inkml:trace>
  <inkml:trace contextRef="#ctx0" brushRef="#br0" timeOffset="48783.364">17074 4904,'18'17,"35"19,0 52,0-35,-18 17,0 1,18-1,-17 36,-19-18,18 18,-35-18,0 36,0-36,0 0,-17-17,-1-1,1-34,-1-19,18 1,0 0,-18-1,1-17,-1 0,0 0,1 0,-1 18,0-18,1 17</inkml:trace>
  <inkml:trace contextRef="#ctx0" brushRef="#br0" timeOffset="49334.358">17921 5574,'18'-18,"-1"18,1 0,0-17,35 17,-36 0,36 0,-18 0,-17 0,17 0,-17 0,-18 17,0 1,0 0,0-1</inkml:trace>
  <inkml:trace contextRef="#ctx0" brushRef="#br0" timeOffset="49645.6296">17921 5891,'0'-17,"18"17,17 0,36 0,-19 0,72 0,-1 0,-34-18,-19 0,1 18,-36-17,-53 17,18 17</inkml:trace>
  <inkml:trace contextRef="#ctx0" brushRef="#br0" timeOffset="49989.1579">18997 5239,'0'-18,"18"18,-18 35,17 18,-17 53,0-35,-17 17,-1-18,-17 19,0-19,-1 36,1-53,0-18,17-17,18-1,-18 1,1-18,-1 0,0-88,36-36</inkml:trace>
  <inkml:trace contextRef="#ctx0" brushRef="#br0" timeOffset="50615.8397">18891 5239,'18'-18,"0"18,-18-18,17 18,1 0,-1 0,19 18,17 70,17 0,-35-35,18 36,-35-36,17-1,-35-16,18-1,0 0,-1-17,-17 0,-17-18,17-36,52-105,37 18,-36 17,17-18,-17 36,-18 53,1-18,-19 35,-17 1,18 17,17 0,18 17,-35 19,17-1,0 0,-17-35,-18 18,18-18,-18 17,-18-17,0 0,1 0,-19 18</inkml:trace>
  <inkml:trace contextRef="#ctx0" brushRef="#br0" timeOffset="51129.8475">20302 4780,'-35'0,"0"53,17 0,-35 18,18 17,17 18,-17 17,0 36,17-18,18 18,0 17,0-53,0-34,18-36,17-18,-17 0,-1-17,-17-1,18-17,-36 0,1 0</inkml:trace>
  <inkml:trace contextRef="#ctx0" brushRef="#br0" timeOffset="52521.4164">21414 4745,'17'0,"-17"-18,-17 18,-19 35,19 1,-19-19,19 36,-1 0,-17 0,35 0,-18 0,1 18,-1-1,18 1,-18-18,18-1,0 19,0-18,0 35,0-17,18-18,-18 0,0-18,18 18,-1-53,1 17,-1 1,1-18,0 0,17-18,-17 1,17-19,-35 1,18 0,-1 17,-17-17,0 17,0 1,0-1,-17-17,-1 35,0-18,1 1,-1 17,0 0,1-18,17 0,0 36,17-18,54 0,-18-35</inkml:trace>
  <inkml:trace contextRef="#ctx0" brushRef="#br0" timeOffset="53052.9932">21555 5292,'17'0,"-17"17,18 36,0 0,-1 0,-17-18,36 1,-19-1,1-17,-1-18,-17 17,0 1,0-53,36-1,-36 1,0 0,0 17,0-17,0 17,-18 18,0-18,1-17,-18 18,-18-1,17 0,19 1,-19 17,19 0,-1 0,1 0,17 17,17 54</inkml:trace>
  <inkml:trace contextRef="#ctx0" brushRef="#br0" timeOffset="53332.2976">21996 5539,'17'-18,"1"18,17 35,-35 1,18 16,0 1,-18-17,0-1,0 0,0-17,0 17,0-17,-18-18,18 17,0 1</inkml:trace>
  <inkml:trace contextRef="#ctx0" brushRef="#br0" timeOffset="53944.5872">22772 4939,'0'0,"-35"35,17 36,0-36,18 36,0 17,-35 18,35-18,0 0,0 0,0-35,0 0,18-18,-1-17,1 0,-18-1,0 1,0-1,18 1,-1-18,1 0,17 0,-17-18,-1-17,-17 0,0 17,0 1,0-19,-17 36,-1-17,0-19,-17 19,0 17,0-18,17 18,0 0,1 0,-1 18,18-1,18-17</inkml:trace>
  <inkml:trace contextRef="#ctx0" brushRef="#br0" timeOffset="54459.2623">22895 5309,'0'0,"18"0,17 18,-17 35,-1-18,-17 0,18-35,0 18,-1 0,-17-1,18-17,17-17,-35-19,18 36,-18-35,0 0,0 17,0 1,-18-19,-17 19,17-1,1 0,-1 18,0 0,1 0,-1 0,18 18,0 0,-17-18,-1 0,18 17,-18-17,18 18,0 0,53-18</inkml:trace>
  <inkml:trace contextRef="#ctx0" brushRef="#br0" timeOffset="54912.9141">23248 4762,'18'0,"17"36,18 34,17 19,19 34,-19-17,18 0,-35-1,0-16,0 17,-18-1,-17-16,17-37,-17 19,-18-18,0-35,0 17,0-18,0 1,0 0,0-1,-18-17,1 18,-1 0,0-18</inkml:trace>
  <inkml:trace contextRef="#ctx0" brushRef="#br0" timeOffset="56256.842">935 8908,'0'0,"17"0,36 35,0 0,36 18,-37-18,1 1,-17-19,17 19,-36-19,18 18,-35-17,0 0,0 17,0-17,0-1,0 19,-17-1,-18-17,-1 17,19-18,17 1,-18-18,36 0,-1 0,1 0,0 0,17 0,0-18,-17 18,35 0,-18 0,-17 0,17-17,-18 17,1-18,0 1,-1-1,1-17,-18 17,0-17,0 17</inkml:trace>
  <inkml:trace contextRef="#ctx0" brushRef="#br0" timeOffset="56522.3065">1623 8943,'53'0,"17"35,36 53,-35-35,-18 0,-18 0,0-18,-35 1,18 17,-1 0,-17-1,0-16,0 17,-35 17,17-17,-17 0,-35 0,17 0,-35 0,35-18,17-17</inkml:trace>
  <inkml:trace contextRef="#ctx0" brushRef="#br0" timeOffset="56861.2627">723 8890,'0'18,"0"70,71 71,-1-36,-17 36,0-36,0 18,0-17,-18-71,1-18,-1-35,-18 18,1-18,0 0,17 0,-35 17,71-17,52-70,71-71,53-53,88-71,-35-70,-35 17</inkml:trace>
  <inkml:trace contextRef="#ctx0" brushRef="#br0" timeOffset="57732.783">1852 3246,'0'17,"0"36,0 53,35 0,-17 0,-18-53,18 17,-18-17,17-35,-17 17,0-17,0-1,0 1</inkml:trace>
  <inkml:trace contextRef="#ctx0" brushRef="#br0" timeOffset="58024.1697">2081 3369,'71'53,"-18"17,0-17,0 0,-18 0,0 18,1-36,-19 0,-17 1,0-1,0 18,-17-18,-1 0,-17 1,-1-19,19 1,-36 0,0-18</inkml:trace>
  <inkml:trace contextRef="#ctx0" brushRef="#br0" timeOffset="58374.4592">1517 3316,'-18'53,"18"-18,0 36,0 17,18-17,0-18,-1-1,1-16,17-1,18 0,-53-17,18-18,-1 18,1-1,-18 1,18-18</inkml:trace>
  <inkml:trace contextRef="#ctx0" brushRef="#br0" timeOffset="60346.2496">3140 8837,'0'18,"0"35,0 35,17 71,19 35,-19 17,-17 36,0-53,0 71,0-106,0-54,18 1,-18-70,18-1,-1 0,-17-17,0-1,0 1</inkml:trace>
  <inkml:trace contextRef="#ctx0" brushRef="#br0" timeOffset="60788.8218">3034 8961,'0'0,"18"-18,34 18,19 35,0-17,-36 17,-18-35,19 18,-19-1,1 19,17 17,1-1,-19 19,1 0,-1-1,1 1,-18-18,0 0,0-1,0-16,-18-19,-17 19,35-19,-35 1,17 0,1-18,17 17,-18 1</inkml:trace>
  <inkml:trace contextRef="#ctx0" brushRef="#br0" timeOffset="61244.026">4427 8555,'-17'0,"-19"35,36 0,-35 54,18-19,-36 36,17-18,19-17,-19 35,1-36,-18 18,53-17,0-18,0 17,0-17,0 18,18 35,17-36,0 1,1-1,-19-17,1-17,0-1,-1-18,1 1,-18 0,0-1,0 1,-18 0,18-1</inkml:trace>
  <inkml:trace contextRef="#ctx0" brushRef="#br0" timeOffset="61665.4233">4921 8643,'18'0,"-18"-18,35 18,-17 0,52 0,-17 18,-35-18,17 0,-17 0,-1 0,-17 18,18-18,0 0,-1 0</inkml:trace>
  <inkml:trace contextRef="#ctx0" brushRef="#br0" timeOffset="62258.6259">4480 8925,'36'18,"34"0,-35 17,36 0,17 18,0-18,1 36,34-36,-52 0,-1-17,-35 0,-17-1,-18 1,-18-18,1 18,-36-1,0 19,0-1,0 0,35-17,-17-1,0 1,35 0,18-1,-1-17,1 18,17 0,-35-1,35 1,1-1,-1 1,-35 0,35-1,-17-17,-1 18,1-18,-18 18,0-1</inkml:trace>
  <inkml:trace contextRef="#ctx0" brushRef="#br0" timeOffset="62564.0768">4974 9825,'18'-18,"-1"18,1-17,0 17,-1 17,19-17,-36 18,0-1,17 1,1-18,0 18,-18-1,0 1,0 0,0 17</inkml:trace>
  <inkml:trace contextRef="#ctx0" brushRef="#br0" timeOffset="62813.3647">5080 9984,'18'35,"-18"0,17 18,-17 0,0-18,0 18,0-18,0 1,0 17,0-36,-17 1,17 0,0-1,-18-17,0 18,1-18,17 17</inkml:trace>
  <inkml:trace contextRef="#ctx0" brushRef="#br0" timeOffset="63057.258">5256 9984,'18'0,"17"0,1 0,-1 35,18-35,-36 18,1-18,0 0,-1 0,-17 17,0 1</inkml:trace>
  <inkml:trace contextRef="#ctx0" brushRef="#br0" timeOffset="63266.926">5098 10301,'0'0,"35"0,0 18,0-18,1 17,-1-17,18 18,0-18,17 0,-34 0,34 0</inkml:trace>
  <inkml:trace contextRef="#ctx0" brushRef="#br0" timeOffset="63541.1884">5733 10001,'35'71,"18"52,-36 18,1-17,0-54,-18 54,0-71,0-18,0 18,-18-35,18-1,0 1,-35-18,17-35</inkml:trace>
  <inkml:trace contextRef="#ctx0" brushRef="#br0" timeOffset="64481.2323">4886 7832,'71'17,"-1"19,-35-19,18 18,-17-35,-19 36,1-19,-18 1,17-18,-17 18,0-1,0 1,0 0,-17 17,-1-17,-35 34,0-16,0-1,1-17,34-1,-35 1,18-18,70 0,-17 0,35 0,17 0,-52 0,35 18,-36-18,1 0,0 0,-1 17,-17 1,18-18,-18 35,0-17,0 17,0-17,0-1,-18 1,1 0,-19-1,19 18,-1-17,0 0,1-18,-1 17,0 1,1-18,34-53</inkml:trace>
  <inkml:trace contextRef="#ctx0" brushRef="#br0" timeOffset="64972.6183">5556 8114,'0'18,"0"17,0-18,0 19,0-19,0 1,0 0,18-18,-18 17,0-52,0 17,0 1,-18-19,1 36,-1-17,18-1,-18 18,-17-17,17 17,1-18,-1 18,18 18,0-1</inkml:trace>
  <inkml:trace contextRef="#ctx0" brushRef="#br0" timeOffset="65307.2614">5997 7955,'0'18,"0"35,0 17,0-34,0 16,0 1,18-17,-18-19,17-17,-17 18,0-36,0-17,0 0,0-18,-17 0</inkml:trace>
  <inkml:trace contextRef="#ctx0" brushRef="#br0" timeOffset="65762.6795">6456 8943,'0'-18,"35"54,18 34,0 1,17 17,-34-53,-19 18,1 0,0 0,-1-35,1 17,0-18,-18 1,0 0,0-1,0 1,0 17,0-17,0 17</inkml:trace>
  <inkml:trace contextRef="#ctx0" brushRef="#br0" timeOffset="66018.3035">6809 9031,'0'35,"-18"18,0 0,1 0,-19 0,1 18,-18-18,18-1,-18 1,35-35,1 0,-1 17</inkml:trace>
  <inkml:trace contextRef="#ctx0" brushRef="#br0" timeOffset="66355.4915">7056 8696,'17'0,"1"18,17-1,0 19,1-19,-19 18,1-17,0 0,-1-18,1 17,-1 1,-17 0,0-1</inkml:trace>
  <inkml:trace contextRef="#ctx0" brushRef="#br0" timeOffset="66634.9296">7267 9119,'0'0,"0"36,0 34,0-17,0 18,0-36,0 18,0-18,-17-17,17 17,-18-17,18-1,0 1,-18 0,1-18,-1 17</inkml:trace>
  <inkml:trace contextRef="#ctx0" brushRef="#br0" timeOffset="67087.5348">8572 8731,'-35'0,"0"0,0 18,-36 17,-35 0,0 18,-17-17,52-1,36 0,17-35,1 18,34-18,1 0,0 0,-1 0,1 35,17-17,-17 17,17-17,1-1,-1-17,-35 18,17-18,1 18</inkml:trace>
  <inkml:trace contextRef="#ctx0" brushRef="#br0" timeOffset="67417.7978">7761 9260,'0'0,"18"0,-1 0,19 0,-1 18,0 35,18-18,18 1,-18-1,17-18,-17 1,-18-18,1 18,-19-1,1-17,-18 18,18-36,17-35</inkml:trace>
  <inkml:trace contextRef="#ctx0" brushRef="#br0" timeOffset="67964.9583">8237 8132,'18'0,"70"17,36 1,-1 17,1-17,-1-1,-52 1,-1-18,-52 0,-1 0,-34 18,-1-18,1 17,-1 1,-17 17,-1 18,36 0,-17 53,17 17,0 54,0-1,0 53,0-52,-18-18,18-36,-18-52,18-36,0 0,0-17,0 17,-17-17,-1-1,1 1,34-71,89-70</inkml:trace>
  <inkml:trace contextRef="#ctx0" brushRef="#br0" timeOffset="68444.6886">9296 8943,'0'53,"0"-18,0 18,0 0,0-18,17 18,-17 0,0-35,18-1,-18 1,18-18,-18 18,17-18,36-18,-18-35,-17 18,-18-18,18 53,-18-35,0 17,0 0,-18 1,-17-1,0 0,17 18,0 0,1 0,17-17,-18 34,18 1</inkml:trace>
  <inkml:trace contextRef="#ctx0" brushRef="#br0" timeOffset="68932.0059">9790 8202,'17'0,"54"71,17 70,35 0,-70-18,18 1,-1 17,-34-18,-19 1,-17-1,0 1,-35-1,-18-17,18 18,17-72,1-52,17 36,0-19,-18-17,0 0,1 0,17 18</inkml:trace>
  <inkml:trace contextRef="#ctx0" brushRef="#br0" timeOffset="69551.4373">11201 8961,'0'-18,"17"18,1 0,0 0,52 0,1 18,-18-1,-18-17,0 0,-17 0,-1 0,19 18,-36-1,17-17,1 18,0-18,-1 18</inkml:trace>
  <inkml:trace contextRef="#ctx0" brushRef="#br0" timeOffset="69990.1046">10918 9596,'18'0,"0"0,17-18,-17 18,35 0,17 18,1-18,-36 17,18-17,0 18,0-18,-36 0,1 0,0 0,-1 0,1 0,0 0,-1 0,1 0,-18-18</inkml:trace>
  <inkml:trace contextRef="#ctx0" brushRef="#br0" timeOffset="72356.8141">3563 7497,'0'-18,"18"18,17 0,0 0,36 0,52 0,54 0,70 0,35 0,35-35,18-1,36 1,-71-18,-36 35,1-17,-53 35,-18 0,-18 0,-17 0,-18 0,35 0,1-17,34 17,54-53,-1 35,36-35,71 35,17-34,-71 16,54-17,-36 36,35-36,-52 18,-18-1,-1 1,-16-18,17 35,-36 1,-35-19,18 19,-35 17,17 0,-35 0,18 0,17 0,36 0,0 0,-1 0,-35 0,71 0,-70 0,34 0,-52 0,-18 0,-18 0,1 0,-19 0,-34 0,-18 0,52 0,-16 0,-19 0,18 0,18 0,-18 0,-18 0,1 0,-1 0,-34-18,-1 18,18-17,-53 17,35 0,18-18,17 0,-35 18,36-35,-36 17,18 1,-18 17,-17 0,-1-18,-17 0,18 18,17-17,-18 17,36-18,-35 18,-18-17,0 17,-18-18,18 18,17-18,-17 18,0 0,18 0,17 0,-18 0,19-17,-19 17,18 0,-35 0,0 0,18-18,-18 18,-18 0,35 0,-17 0,0-18,53 1,-35 17,17-18,-18 0,19 18,-19-17,-35 17,36-18,0 18,-18-17,-1 17,19 0,-18 0,-35 0,17-18,-18 18,1 0</inkml:trace>
  <inkml:trace contextRef="#ctx0" brushRef="#br0" timeOffset="79351.7697">12488 8520,'0'35,"0"53,0 36,0-36,0 35,0 1,0 17,0 18,-17-18,-19-18,1 36,-18 0,36-36,-19-35,19 18,-19-53,36-18,-17-17,34-18,1 0,0 0</inkml:trace>
  <inkml:trace contextRef="#ctx0" brushRef="#br0" timeOffset="79908.8471">12118 8731,'18'0,"17"0,-18-17,36-19,18 19,52-1,19 18,34 0,-17 0,-36 0,-35 0,-35 0,-17 0,-19 0,-17 18,35 35,-35-18,0 35,0 19,0-36,-17 17,-18-17,-1 18,-17-36,18 18,-18-18,0 0,36 1,-19-19,1-17,17 0,1 0,-1 18,18 0</inkml:trace>
  <inkml:trace contextRef="#ctx0" brushRef="#br0" timeOffset="80515.9207">13864 7849,'-53'0,"36"0,-36 0,0 18,-18 17,18 0,36 1,-19-1,1-35,17 35,18-17,0 0,0 17,53 18,18 0,17 17,18-17,-35 0,-1-18,-17 1,0-19,-53 1,18 0,-1-18,-17 17,0 1,0-1,0 1,0 35,0-18,-35 1,0 17,-1-1,19 1,-36 0,0-35,0 35,-18 17,-17-34,53-19,0 19,17-36,18 17,0 1</inkml:trace>
  <inkml:trace contextRef="#ctx0" brushRef="#br0" timeOffset="80890.9717">13864 9049,'-17'0,"-1"17,18 54,0-1,0 36,0 53,0-18,0 18,18 17,-18-52,0 17,-18-18,0 1,18-36,-17 18,-1-36,18-34,0-1,-18 0,36-35,0 0,-1 18</inkml:trace>
  <inkml:trace contextRef="#ctx0" brushRef="#br0" timeOffset="81429.2608">15275 8184,'18'0,"0"-17,-1 17,18-18,-17 18,17 0,36 0,52 0,1 18,-1-1,-70-17,53 36,-71-36,-17 0,0 0,-36 0,0 0</inkml:trace>
  <inkml:trace contextRef="#ctx0" brushRef="#br0" timeOffset="81992.6992">15240 8220,'18'0,"17"35,0-17,18 17,-35 0,35-17,-36-1,1-17,-18 18,0 0,-18-18,1 0,-19 17,1 1,0 0,0-1,-1 1,19 0,-19-1,19-17,-1 18,36-18,-1 0,1 0,17 0,-17 0,35 0,0 0,-18 0,18 0,0 17,-18 1,-17 0,-1-18,1 17,-18 1,0 0,0-1,-35 1</inkml:trace>
  <inkml:trace contextRef="#ctx0" brushRef="#br0" timeOffset="82227.5452">15134 8731,'35'0,"18"18,-35 0,35-18,-18 0,-17 0,-1 35,1-35,-18 17,18-17,-18 36,0-19,17 1,-17 0,0-1</inkml:trace>
  <inkml:trace contextRef="#ctx0" brushRef="#br0" timeOffset="82467.8466">15258 9066,'0'71,"0"-18,0 17,17-17,-17 0,18-17,0-1,-18-18,0 1,0 0,0-1</inkml:trace>
  <inkml:trace contextRef="#ctx0" brushRef="#br0" timeOffset="82737.925">15381 9102,'18'0,"35"0,35 0,18 0,-36 0,18 0,-17 0,0 17,-36-17,0 0,0 18,-35 0,-17-18</inkml:trace>
  <inkml:trace contextRef="#ctx0" brushRef="#br0" timeOffset="82956.0436">15840 9172,'17'0,"1"0,17 0,-35-17,18 17,0 0,-1 0,1 0,52 17,1-17,-18 0,17 0,-17 0,0 0,-53-17</inkml:trace>
  <inkml:trace contextRef="#ctx0" brushRef="#br0" timeOffset="83237.0264">16228 8943,'17'35,"19"36,-19-1,-17-34,18 34,-18-17,0-18,0 1,0-1,0-17,0-1,0 1,-18-18,18 17,-17-17,-1 0,-17-17,-36-107</inkml:trace>
  <inkml:trace contextRef="#ctx0" brushRef="#br0" timeOffset="84198.7039">15275 7355,'18'0,"0"0,-1 0,1 0,35 0,17 0,-17 18,-18 0,18-18,-35 17,0-17,-18 18,0 0,0-1,0 19,-18-1,0-18,-17 19,0-1,-18-17,0-1,0 1,35-18,1 0,34 0,19 0,34 0,1 0,-18 18,17-1,-17 18,0-35,-35 36,-1-19,-17 19,36-19,-36 19,0-1,0 0,0-17,-18-1,-17 1,17 0,1-18,-1 17,0 1,1-36,17-88,35-35</inkml:trace>
  <inkml:trace contextRef="#ctx0" brushRef="#br0" timeOffset="84484.9588">15893 7514,'17'35,"1"1,0-19,-1 19,-17-1,35-17,-35-1,18-17,0 18,-1-18,1 0,0 0,17 0,0 0,-17-18,-18 1,0-1,0-17,-35 17,17 0</inkml:trace>
  <inkml:trace contextRef="#ctx0" brushRef="#br0" timeOffset="84971.1141">16298 7638,'0'0,"36"35,-19 0,19 0,-19-17,1-18,-1 0,1 0,0 0,-18-35,0 17,0-17,-18 0,-17 17,0-35,-18 18,17-18,-17 35,18-17,17 35,18 35,0 18,0 35</inkml:trace>
  <inkml:trace contextRef="#ctx0" brushRef="#br0" timeOffset="85352.9375">16581 8220,'17'0,"54"53,35 35,-1-18,-16 19,-54-37,18 1,-18-35,18 17,-35 1,-1-19,1 1,0-18,-1 0</inkml:trace>
  <inkml:trace contextRef="#ctx0" brushRef="#br0" timeOffset="85611.6911">17268 8220,'-17'0,"-18"17,-1 19,1-1,17-17,1-1,-1 1,0-18,18 17,-17-17,-1 0,18 18</inkml:trace>
  <inkml:trace contextRef="#ctx0" brushRef="#br0" timeOffset="85867.7437">17304 8079,'17'-18,"19"18,52 18,35-1,-17 19,-53-19,18-17,-36 18,18-1,-36-17,1 0,-18 18</inkml:trace>
  <inkml:trace contextRef="#ctx0" brushRef="#br0" timeOffset="86141.7408">17815 8572,'0'0,"0"89,0-36,0 17,0-17,0-18,0 1,0-19,0 1,0 0,0-1</inkml:trace>
  <inkml:trace contextRef="#ctx0" brushRef="#br0" timeOffset="86517.5582">18115 8378,'0'0,"18"0,-1 0,19 0,34 0,54 0,17 0,0 0,18 0,-36 0,-70 0,18 0,-54 0,-17 18,18-18,35 0,-18 0</inkml:trace>
  <inkml:trace contextRef="#ctx0" brushRef="#br0" timeOffset="87205.6167">20108 7426,'0'0,"-17"18,-1-1,0 19,-17-1,0 18,0-36,-18 36,0 0,17 0,19-18,-1 1,-17 34,17 36,1-35,17 17,0-18,0-34,0 17,0-18,17 0,1 0,0 1,-1-19,1-17,-18 18,17 0,1-18,-18 17,18 1,-1-1,1-17,0 0,17-17,-17-18,17-18,-35 35,0-17,17-1,-17 19,-17-1,-18-17,-1 0,1-1,17 36,-17-17,0-1,35 0,-35 1,17 17,0 0,18-18,0 1,0 34,88-17,54-17</inkml:trace>
  <inkml:trace contextRef="#ctx0" brushRef="#br0" timeOffset="87706.0408">20408 7867,'-17'0,"17"35,0 18,0 0,0-18,17-17,-17 0,35-1,-17-17,0 18,-1 0,1-1,17-17,18 0,0 0,18-53,-54 18,19-18,-36 18,0 17,0 0,-18-17,-17 0,-1-18,1 35,-18-17,0 0,18 35,0-18,17 18,0 0,-17 0,-35 0,-19 35,-52 36</inkml:trace>
  <inkml:trace contextRef="#ctx0" brushRef="#br0" timeOffset="88533.4251">15152 9596,'0'-18,"35"18,18 0,106 0,123 0,159 0,176 0,-17 0,0 0,52 0,-52 0,-177 0,-52 0,-107 0,-34 0,-160 0,-34 0,-54 0,0 0,1 18</inkml:trace>
  <inkml:trace contextRef="#ctx0" brushRef="#br0" timeOffset="89072.9838">17127 9948,'0'-17,"18"17,0 0,-1 0,19-18,-1 18,88 0,71 18,53-18,18 0,-36 0,36-18,-18-17,-53 17,-124 18,-34 0,-72 0,-52 0</inkml:trace>
  <inkml:trace contextRef="#ctx0" brushRef="#br0" timeOffset="89732.0016">17480 9966,'-18'18,"18"17,0-17,0 17,0 53,0-17,0 52,0 36,0-18,0 18,0-54,0 1,0-53,0 0,18-18,-18 1,0-1,0 0,-18-70,-34-53,-37-18,36 0,-35 36,0-19,53 54,-18 0,0 0,18 35,35-18,0 0,0 1,17 17,1 0,0 35,35 53,17 18,-52 0,17-36,-17-34,-18 16,0-16,17-19,-17 1,0 0,-17-18,-19 35,72-35,34-71,36-34</inkml:trace>
  <inkml:trace contextRef="#ctx0" brushRef="#br0" timeOffset="90401.3541">17815 10231,'0'35,"0"18,-17 17,17 18,0 1,0 34,0-52,0 17,35-18,0-17,0-35,1 0,-1 17,0-35,1 18,-36 17,52-18,1 1,18-18,0-35,-36 0,18-18,-53 0,0 0,0 35,0 1,-36-19,1 36,-18-35,0 0,18-1,17 36,1-17,-1 17,0 0,18-18,-17 18,-1 0,1 0,-1 0,0 0,1 18,-1-1,0-17,1 18,-1-18,18 18,0-1,35 1,54 0</inkml:trace>
  <inkml:trace contextRef="#ctx0" brushRef="#br0" timeOffset="90957.051">18468 10548,'18'0,"-1"0,-17 35,53 18,-18-17,1-19,-1 1,0-1,0 1,1 0,-19-1,36-17,-17 36,34-36,-35 0,18 0,0-18,-35 0,-18 1,-18-1,1 0,-19-17,1 18,-18-1,-17 0,34-17,1 35,-18-18,35 1,-17-1,0 18,35-18,-18 18,1 0,-1 0</inkml:trace>
  <inkml:trace contextRef="#ctx0" brushRef="#br0" timeOffset="91881.5291">21625 8872,'-17'0,"-19"18,-52 17,-18 1,-17-1,17 18,35 0,-34-36,69 19,-17-1,18-18,18-17,17 18,17-18,1 0,-1 0,36 18,18-1,-1 1,1 17,52-17,1 17,-1 1,-52-36,17 17,-35 1,-18-18,-17 0,-18 17,-35-17</inkml:trace>
  <inkml:trace contextRef="#ctx0" brushRef="#br0" timeOffset="92287.5008">21061 9701,'17'0,"1"0,53 0,34 18,-16 17,17-17,-18 17,-18-17,-17-1,-18 1,-17-18,-18 18,18-18,-1-18</inkml:trace>
  <inkml:trace contextRef="#ctx0" brushRef="#br0" timeOffset="93324.5436">22313 7743,'35'0,"36"0,17 0,36 18,-36 0,18 17,-18-35,-18 0,-52 0,17 18,-35-1,-17-17,-19 36,19-1,-36 0,18 36,-1 52,19 36,17 105,0-52,0-35,0-36,0-18,0-52,17-36,1 0,-18 1,18-36,-36 17,18 1,0-1,0-52,35-71,89-88</inkml:trace>
  <inkml:trace contextRef="#ctx0" brushRef="#br0" timeOffset="93817.7796">23248 8431,'0'18,"-18"35,18 53,18-18,17-17,-17-19,0-34,-1-18,1 0,17 0,-17 0,-1 0,-17 18,36-18,-1-18,-17 0,17-17,-17-18,-1 36,-17-1,0-35,-17 35,-1 1,-17-1,-1-17,-17 17,18 18,18 0,52 35</inkml:trace>
  <inkml:trace contextRef="#ctx0" brushRef="#br0" timeOffset="94193.5556">23689 8590,'0'-18,"35"18,-17 0,0 0,-1 0,-17-17,35 17,-17 0,17 0,-17 0,0 0,-1 0,1 0,17 0,1 0,34-35</inkml:trace>
  <inkml:trace contextRef="#ctx0" brushRef="#br0" timeOffset="94803.7018">24395 8061,'0'0,"-53"106,35-36,0 54,18-36,0 0,0 18,0-71,0 18,0-17,0-19,18 1,17-1,1-17,-19 18,1-18,-1 18,19-1,-1-17,18 0,18-53,-19 36,-16-18,-19-18,-17 35,0 0,-35 1,35-1,-35 0,0 1,-1-1,1 18,0 0,17 0,0 0,1 0,34 0</inkml:trace>
  <inkml:trace contextRef="#ctx0" brushRef="#br0" timeOffset="95279.3016">24888 8273,'-17'17,"-1"19,18-19,0 36,18-18,-18-17,17 0,1-1,0 1,-1-18,19 0,-1 0,0 0,18 0,0-18,-18-17,-35 0,36-1,-36 19,0-1,0 1,-18-19,-17 19,17-1,0 0,1 18,-1 0,0 0,1 0,-1 0,-17 0,-18 18,-35 17,-18 53,-35 1,17-1</inkml:trace>
  <inkml:trace contextRef="#ctx0" brushRef="#br0" timeOffset="95849.3398">22560 9648,'0'0,"18"0,-1-17,54 17,88-18,70 18,53-53,36 36,87-36,36 17,-35-16,-177 52,-105-18,-71 0,-71 18</inkml:trace>
  <inkml:trace contextRef="#ctx0" brushRef="#br0" timeOffset="96271.0017">23689 9737,'35'0,"-17"0,17 0,-35-18,18 18,17 0,-17-18,70 18,0 0,18 0,-18 0,0 0,1 0,-19 0,-35 0,-17 0,-18 18</inkml:trace>
  <inkml:trace contextRef="#ctx0" brushRef="#br0" timeOffset="96936.9545">23495 9790,'0'17,"18"18,-1 36,19 0,-1 52,-18-52,-17-1,36-17,-36-35,17 17,1-17,-18-1,18-17,-1 0,-34 0,-1 0,0 18,1-18,-36-53,-35-18,35 19,-18-1,1 17,17 1,35 0,0 17,36 18,0 0,17 18,36 88,-1 52,-35-87,-17-1,0-34,-18 17,17-18,-17-17,18-1,-18 1,-18 0,-17-1,35 1,35-18,159-141</inkml:trace>
  <inkml:trace contextRef="#ctx0" brushRef="#br0" timeOffset="97421.8351">24024 9913,'-17'0,"-1"0,0 35,1-17,-1 35,0 0,1 17,17-17,0 0,0 0,0-35,17-1,-17 1,18-18,0 0,-18 18,17-18,1 0,17-36,-17 1,-18 17,0 1,0-1,-18 1,-35 17,53-18,-35 0,17 18,18-17,36 34</inkml:trace>
  <inkml:trace contextRef="#ctx0" brushRef="#br0" timeOffset="97802.6032">24518 10037,'-18'17,"18"1,-17 17,17 0,0-17,0 35,17-35,1-18,0 0,-1 0,-17 17,-17-17,17-17,-18-19,0 36,1 0,-1 0,18-17,-18 17,1-18,17 0,-18 1</inkml:trace>
  <inkml:trace contextRef="#ctx0" brushRef="#br0" timeOffset="98491.6565">24536 7779,'17'0,"36"0,71 53,-18 17,-1-17,-34 18,-18-54,-36 19,19-1,-36 0,17-17,1 17,-18 0,0 1,-18 17,-17-1,0 1,0-17,-18-1,0 18,17-18,-16 0,16 1,36-19,0 1,18 0,35 17,-18-35,-17 18,17-1,0 1,-35-1,36-17,-1 18,-35 0,35-1,0 1,-17-18</inkml:trace>
  <inkml:trace contextRef="#ctx0" brushRef="#br0" timeOffset="98765.6413">24994 9119,'0'0,"0"88,36 18,-1-17,0 16,0-34,-17-18,0 17,-1-34,1 34,-18-17,0-18,0 1,0-1,0-17,0-1,0 1,0 0,-18-1,1 1,-107-1</inkml:trace>
  <inkml:trace contextRef="#ctx0" brushRef="#br0" timeOffset="102779.2546">2611 12894,'17'0,"36"0,18 0,17 0,-18 0,-17 0,0 0,0 0,-35 0,-1 0</inkml:trace>
  <inkml:trace contextRef="#ctx0" brushRef="#br0" timeOffset="103194.248">2240 13212,'18'0,"17"0,36 0,17 0,35 35,1-35,34 17,-16-17,-54 0,0 0,-35 0,-18 0</inkml:trace>
  <inkml:trace contextRef="#ctx0" brushRef="#br0" timeOffset="103553.8814">3581 12382,'17'0,"1"0,17 0,36 0,17 0,35 0,71 0,18 0,17 0,36 0,-106 0,-106 0,-36 0</inkml:trace>
  <inkml:trace contextRef="#ctx0" brushRef="#br0" timeOffset="103863.404">4551 12400,'0'0,"-18"35,-35 54,36 69,17-17,-18 18,18 18,0-54,0 18,0-17,0-36,0 35,0-52,0-18,0 0,18 0,-18-36,0 19,0-19,-18-17,18 18</inkml:trace>
  <inkml:trace contextRef="#ctx0" brushRef="#br0" timeOffset="104156.6813">4110 14076,'35'0,"53"0,53 0,124 0,0 0,17 0,-18 0,-34 0,-19 0,-122 0,-19 0,-35 0</inkml:trace>
  <inkml:trace contextRef="#ctx0" brushRef="#br0" timeOffset="104877.9674">4092 13141,'-17'18,"17"-1,0 36,0 18,17-1,18 18,1-35,-1 0,-17 0,35-35,17 52,1-70,-18 36,0-19,-18-17,53 0,-17 0,-1 0,18-17,-17-19,-1 1,19-18,-36 0,-18 0,-35 18,0 17,-18-34,-35 16,0 1,-17-18,-54 18,18 0,54 17,16 18,-17-18,18 18,17 0,-34 0,-1 0,17 0,-17 18,18-18,0 18,17-18,36 0</inkml:trace>
  <inkml:trace contextRef="#ctx0" brushRef="#br0" timeOffset="105469.6757">5962 12294,'0'0,"-18"0,-17 0,-18 18,-17 17,17 18,-18 18,18 17,0 0,18 53,17-17,1-1,17-17,17 53,1-53,53-36,-36-17,18 0,0-18,17 0,-17 1,18-1,-18-35,-18 35,18-17,-18-18,0 0,18 0,18 0,-1-53,19-18,-1-34,18-89</inkml:trace>
  <inkml:trace contextRef="#ctx0" brushRef="#br0" timeOffset="106087.1849">6297 11677,'35'-18,"18"18,0 0,35 0,36 0,-1 18,-17 0,-35-1,-54 1,1-18,0 0,-18 17,-18-17,0 18,1-18,-36 18,0 35,18 0,-1 35,-17 53,53-53,0 0,0-17,0-36,0-17,18-1,0-17,-18 18,17-18,19 18,52-36,53-70</inkml:trace>
  <inkml:trace contextRef="#ctx0" brushRef="#br0" timeOffset="106532.2438">7267 11836,'-17'0,"-1"17,0 36,18 18,0-1,0-34,0 34,0-17,18-18,0-17,17 0,0-1,-17 1,17-18,18 0,35 0,-17-18,-1-17,-17 17,-35-17,17 0,-35 0,0 17,-18-17,18-1,-52 1,-1 17,0-17,-18 18,54-1,-36 0,35 18,0 0,1 0</inkml:trace>
  <inkml:trace contextRef="#ctx0" brushRef="#br0" timeOffset="106893.1929">7832 11959,'53'0,"35"0,35 0,1 53,-1-53,-52 0,-18 0,-36 0,1 0,-18 18,18-18,-18 17,52-17,37 0</inkml:trace>
  <inkml:trace contextRef="#ctx0" brushRef="#br0" timeOffset="107448.1308">9684 11377,'0'0,"-36"53,19-18,-36 36,0-18,-18 70,36-17,-18-18,18 18,35-18,-18-17,18-1,0-52,36 17,-1-17,-17-18,17 18,18-1,-36 1,19-18,17 0,-18 0,18 0,-18-35,0-1,-17 1,-18 17,0 1,0-1,0 0,-18 1,1-1,-1 18,-35-17,35-1,-17 0,-18 1,36-1,-1 18,0 0,1 0,17 18,17-18</inkml:trace>
  <inkml:trace contextRef="#ctx0" brushRef="#br0" timeOffset="107877.8973">10336 11765,'-17'18,"-1"-18,0 35,18 0,0-17,0 17,0 18,36-18,-19-35,-17 18,18-18,0 0,-1 0,19 0,34 0,1-35,-18 17,-36-17,1 0,0-1,-18 19,0-19,-18 36,-17-35,-1 0,1 0,-36-1,19 19,16 17,1-18,17 18,1 0,-36 0,-35 0,-18 35,-35 18,-18 0</inkml:trace>
  <inkml:trace contextRef="#ctx0" brushRef="#br0" timeOffset="108457.6893">6174 12806,'0'-18,"70"18,159 0,89 0,176 0,106 0,52 0,-52 0,0 0,-142 35,-193 18,-18-35,-159 0,-53-1,-35 1,-35-18,17 0,-70 0,-124-18</inkml:trace>
  <inkml:trace contextRef="#ctx0" brushRef="#br0" timeOffset="108940.0366">7497 13070,'0'0,"52"-17,-16 17,34-18,54 18,-1 0,18 0,18 0,35 0,18 0,-36 0,-35 0,-35 0,-71 0,-17 0,0 0,-18 18,-18-1</inkml:trace>
  <inkml:trace contextRef="#ctx0" brushRef="#br0" timeOffset="109533.3174">8096 13000,'-17'17,"17"19,-18 34,18 19,0-1,0 35,0-52,0 35,0-36,0-17,0-35,-18 17,1-53,-72-70,19 18,-71-54,70 54,-17 17,18-18,52 71,18 18,0 52,18 18,-18-17,0-18,0-18,0 18,-18-35,18-1,0 1,0 0,18-1,-1 1,1 0,17-18,36 17,17 1,35-18</inkml:trace>
  <inkml:trace contextRef="#ctx0" brushRef="#br0" timeOffset="110056.1116">8625 13300,'0'0,"-35"35,0 0,0 36,-1-1,1 19,35 16,-18-16,18-19,0-17,0-35,0-1,36-17,-1 0,-17 0,-18 18,35-18,18 0,-18-18,18-17,-35 17,-1-17,-17 18,0-1,0 0,-35 18,35-17,-35 17,-18-18,35 0,0 18,1 0,17-17,-18 17,1 0,17 17</inkml:trace>
  <inkml:trace contextRef="#ctx0" brushRef="#br0" timeOffset="110457.001">9260 13511,'0'36,"-17"-19,17 36,0-18,0 1,17-19,1 1,0 0,-1-18,1 0,0 0,-1 0,36 0,18-18,-18 0,-53 1,17-1,-17 0,-17 1,-19-1,1 1,-18-19,0 19,-17-19,-1 36,36-17,0 17,17-18,0 18,1 0,-1 0,18-35</inkml:trace>
  <inkml:trace contextRef="#ctx0" brushRef="#br0" timeOffset="110927.1329">10160 12488,'18'0,"87"36,89 105,1 0,-1 35,-89-88,1 18,-71-53,1 0,-36-18,17 18,-17 0,0-18,0 18,-17-17,-1-1,0-35,1 0,-18 0,52-18</inkml:trace>
  <inkml:trace contextRef="#ctx0" brushRef="#br0" timeOffset="113886.8604">12365 12806,'17'0,"36"-35,-35-1,35 1,-35 0,17-1,-17 36,-1-17,1-1,-1 18,1 0,17 0,1 0,52 35,-18 1,36 17,-35-18,-18 0,0-17,-18 17,0 0,0-35,1 0,-36 18,35-18,-17 0,17 0,18 0,-18-35,53-18,-35 35,0-35,18 18,-18 17,-36 1,1-1,-18 0,-18 18,-17 0</inkml:trace>
  <inkml:trace contextRef="#ctx0" brushRef="#br0" timeOffset="114534.7464">12859 13159,'17'0,"19"-18,-19 18,19 0,16 0,19 0,-18 0,0 18,17-1,-17 19,0-1,-35-18,0 19,17-1,-35-17,17-1,1-17,17-35,36-53,35 0,-18-54,0 19,0-18</inkml:trace>
  <inkml:trace contextRef="#ctx0" brushRef="#br0" timeOffset="115144.7347">15610 12083,'-17'0,"-1"0,-35 17,18 19,0-19,-1 54,-34 87,17 37,35 16,-17-17,17 18,1-36,-36-17,53-71,0-17,0-36,0-17,17-18,1 0,-36 0</inkml:trace>
  <inkml:trace contextRef="#ctx0" brushRef="#br0" timeOffset="115481.8966">14623 13847,'53'0,"-18"0,35 0,54 17,-18 1,-18-1,18 1,-18-18,-35 0,0 0,0 0,-36 0,1 0,0 0,-1 0,-34 18,-1-18,0 0,1 0,-19-106</inkml:trace>
  <inkml:trace contextRef="#ctx0" brushRef="#br0" timeOffset="115895.3205">14711 12100,'0'-17,"0"-1,35 18,18 0,35 0,36 0,-1 0,1 0,-1 0,-35 0,0 0,1 0,-36 0,-36 0,1 0,0 0</inkml:trace>
  <inkml:trace contextRef="#ctx0" brushRef="#br0" timeOffset="116472.7371">15152 12629,'-18'36,"-17"-1,17 18,-17 17,35 19,-18-19,18 18,0-17,18 0,0-19,-1-16,19-36,-1 17,0 1,-17 0,17-1,0 1,18-18,18-18,35-52,-1-18,-16 17,-36-35,-18 53,-18 18,-17-18,0 35,0 1,-35-1,0-17,-18 17,0-17,18 35,-36-18,18 1,36 17,-19 0,1 0,35 17,0 1,71 17,34-17</inkml:trace>
  <inkml:trace contextRef="#ctx0" brushRef="#br0" timeOffset="116808.9785">16369 12577,'-18'0,"1"0,-1 17,-17 18,-1 36,1 0,17 52,-17-35,35 18,-17-71,17 18,0 0,0-35,17-1,18 1,-35 0,53-1,-35 1,53-18,-1 0,18 0</inkml:trace>
  <inkml:trace contextRef="#ctx0" brushRef="#br0" timeOffset="117144.4766">17074 12453,'0'0,"0"53,0 0,0 35,0-35,0 70,0-70,-17 53,17-53,-18 18,18-18,0-18,0-17,-17-18,17 17,-18-17,18 18</inkml:trace>
  <inkml:trace contextRef="#ctx0" brushRef="#br0" timeOffset="117405.9512">17339 12700,'18'18,"17"17,0 35,-17-17,-1-17,-17 17,18-36,0 36,-1-18,-17 1,0-19,0 1,0 0,0-1,0 1,-17 17</inkml:trace>
  <inkml:trace contextRef="#ctx0" brushRef="#br0" timeOffset="117998.3257">17851 12559,'17'0,"36"0,-18 18,36 17,-18 0,-18-17,-17 17,-1-17,1 17,-18-17,0 17,0-18,-18 19,-17 17,0-18,-18 0,0-17,18-1,-1-17,54 0,17 0,1 0,-19 0,19 0,16 18,1 0,-17-18,17 17,17 1,1-18,35 0,-18 0,0 0,35 0</inkml:trace>
  <inkml:trace contextRef="#ctx0" brushRef="#br0" timeOffset="118702.2975">18821 12841,'17'0,"-17"-18,18-34,17 16,1-34,-19-1,18 1,1-36,-1 35,-35 1,0 17,0 35,0-17,-18 17,-17 1,17 17,-17-18,-18 18,18 0,-18 35,0 0,0 54,36-36,-1 35,18-35,0 0,0-18,0-17,0-1,35-17,-35 18,18-1,52 1,1-18,52-35,36-36,-71 1,18 17,-53 17,-53 19,0 34,-18 54,1 70,-18 18,-1 70,1 18,0-18,-36-35,18-17,18-54,-36 18,54-70,-1-36,1 1,17-1,-18-35,18 17,-18 1,1-18,-1 18,0-54,18-105,18-35,35-36,17-35</inkml:trace>
  <inkml:trace contextRef="#ctx0" brushRef="#br0" timeOffset="119055.8078">19667 11571,'0'0,"18"35,0 36,17 70,35-17,-34-1,17 53,-18-35,0 1,0 16,-35 19,0-54,0 1,0-1,-35-35,-35 18,34-35,1-18,-18 0,36-18,-19-18,19-17,-1 0,0 0,1 0,-1 0,0 0,1 0,-1 18</inkml:trace>
  <inkml:trace contextRef="#ctx0" brushRef="#br0" timeOffset="119623.0919">19861 12682,'36'-17,"-19"17,19 0,16 0,37 17,-19 1,18-18,-17 18,17-1,-35-17,-35 0,17 18,-17-18,-1 18,-17-1,0 1,0 17</inkml:trace>
  <inkml:trace contextRef="#ctx0" brushRef="#br0" timeOffset="120099.0423">20126 13159,'18'0,"-1"0,-17-18,18 18,0 0,17 0,106 0,18 18,17 35,-52-53,-72 0,19 17,-53-17,-1 0,-52 18</inkml:trace>
  <inkml:trace contextRef="#ctx0" brushRef="#br0" timeOffset="121006.2217">21625 12700,'0'18,"0"17,-17 18,-1 0,18-36,-18 36,18-17,0-19,0 18,0-17,18-18,-18 18,35-36,1 18,-1-53,-35 18,17-18,1 18,-18-18,0 0,0 0,-18 35,1-17,-18 17,17 1,0 17,1 0,-1 0,0 0,18 17</inkml:trace>
  <inkml:trace contextRef="#ctx0" brushRef="#br0" timeOffset="121300.4913">22154 12753,'0'0,"18"18,0 17,-1 18,-17-36,18 19,-18-19,0 1,18 17,-18-17,-18-18,0 17,18 1</inkml:trace>
  <inkml:trace contextRef="#ctx0" brushRef="#br0" timeOffset="121997.3835">22595 12559,'0'0,"0"-18,18 18,-18-17,35-1,-17-17,0-18,-1 35,19-35,-1-17,53-36,-70 53,-1 0,-17 35,0-17,-35 17,17 1,1 17,-19 0,19 0,-36 0,18 0,-1 0,-34 35,17-17,0 17,35 0,1 1,17-19,17-17,1 0,17 0,0 18,18-1,53 1,-35-18,-18 0,-36 0,1 0,0 53,17 18,0 52,-17 1,-1 34,-17 54,0 17,0-17,0-36,-35 1,0-1,-18-17,35-89,-17 36,17-71,-17 18,18-17,17-19,-18-17,18 18,-18 0,18-89,36-88,87 1</inkml:trace>
  <inkml:trace contextRef="#ctx0" brushRef="#br0" timeOffset="122583.2101">23107 12965,'0'17,"0"1,18 17,17 0,-18 1,-17-19,18-17,0 18,-18 0,17-18,1 0,0 0,-1 0,1 0,0 0,-1-36,-17 19,0-1,0 0,0 1,-17-19,-1-16,-17 16,-1 19,1-19,0 19,0-1,-1 18,19 0,-1 0,0 0,18 18,0-1,0 1,18-18,-18 18,71-1,52-52,-17 0</inkml:trace>
  <inkml:trace contextRef="#ctx0" brushRef="#br0" timeOffset="122880.1935">23689 12435,'0'36,"18"17,-18 35,0-18,0 19,0-19,-18 18,18-17,-18-18,18-18,0-17,0 17,-17-35,17 18,-18-1,71-70,0-53,0 36</inkml:trace>
  <inkml:trace contextRef="#ctx0" brushRef="#br0" timeOffset="123293.8606">24024 12382,'0'18,"0"35,0 0,0 0,0 0,-17 17,17 1,0-36,-18 18,18-18,0 1,18-36,-18 17,17-17,1 0,-18 18,35-18,0 0,1 0,17 0,-1-35,19 17,-18-17,-35 17,34-17,-34 35,-18-18,18 1,-18-1</inkml:trace>
  <inkml:trace contextRef="#ctx0" brushRef="#br0" timeOffset="123667.8189">24289 12629,'0'0,"-18"36,18 17,0 17,0-17,0 18,0-36,18 0,-18 0,17-17,-17 0,0 17,18-35,0 0,-18 18,-18-18,18 17</inkml:trace>
  <inkml:trace contextRef="#ctx0" brushRef="#br0" timeOffset="127084.0451">10195 3792,'-17'0,"-1"0,-70 0,-36 0,1-35,-54 35,-69-18,-1 18,-53 0,0 0,18 0,-18 0,18 0,-18 0,35 0,36 0,-36 0,1 0,34 0,1 0,17 0,1 0,17 0,-18 0,18 0,-18 0,1 0,-1 53,53 0,18-17,-18 34,18 1,53-36,-18 18,0 17,36-17,-36 18,0-1,0 19,18-1,0 35,0-17,0 53,17 0,-17-18,53 17,-18-34,35-36,18 0,0 1,0 16,35-34,36 35,-18-36,17 36,1-18,17 18,53 0,-35 0,17-18,19-17,34 17,71 18,53-36,88 1,17 17,160-18,-124-34,18 17,34-18,-140-35,71 0,-54 0,-53 0,89 0,-53 0,70 0,-88 0,36-53,70-18,-88 19,105-37,-70 54,-123-35,-36-1,-35 0,-35 36,-89 0,-17 0,-17-1,17 1,-1 0,-16-18,-19 35,19-17,-36 0,0-1,0-17,0 1,0-1,0 0,0 0,0 0,0 18,-18-18,0 17,1 1,-1 0,0 0,-17-1,18-17,-72 0,54 1,-18 16,0 1,0 0,0-1,0 1,18 18,-18-19,0 19,0-19,-17 36,-18-35,0 17,-18-17,17 17,-16 18,16-17,1 17,18-18,-54 1,54-1,-19 0,19 1,-1 17,1-18,-1 18,36-18,0 18,17 0,0-17,1 17,-1 0</inkml:trace>
  <inkml:trace contextRef="#ctx0" brushRef="#br0" timeOffset="128608.9466">3704 15575,'0'0,"71"18,52 35,-17-18,17-17,1 35,35-36,-18 18,18-17,70 17,18-17,17-18,89 0,159-71,123-34,17-1,-17-35,0 35,-35-35,-194 53,-89-54,-70 72,-35 52,-89 1,-52 17,-53 0,34 0,1 0,18 35,17-18,36 36,17 0,70 18,54-1,35 1,35 17,124-35,123 53,88-71,-70 0,17-35,-17 0,52 0,1 0,-53 0,17-17,-52-18,-213 35,19 0,-142 0,-53 0,-87 0,-19 0,-35 0,-17 0,0 0,-1 0,1 0,0 0,-1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24:32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1147 1005,'17'0,"18"0,-17 0,35 0,-18 18,1 0,-19-18,18 17,-35 1,18 0,-18-1,18 1,-18 17,0-17,-18 17,-17-17,17 17,1-17,-36-1,17 1,36 0,-35-1,17-17,54 0,-1 0,18 0,-18 18,36-18,17 0,-18 0,19 0,-36 0,-18 0,-17 0,-1 0</inkml:trace>
  <inkml:trace contextRef="#ctx0" brushRef="#br0" timeOffset="541.5902">1887 1076,'-17'35,"17"1,0-1,0 0,0-17,0-1,35-17,-17 18,17-18,0 0,36 0,-18-18,17 1,-35-19,18 1,-35-18,0 36,-18-19,0 19,0-1,-18-17,0-1,-35 19,18-1,-18 1,36-1,-19 0,19 18,-1-17,0 17,-17 0,0 0,17 0</inkml:trace>
  <inkml:trace contextRef="#ctx0" brushRef="#br0" timeOffset="890.1107">2399 1217,'0'18,"18"-1,-1 1,-17 0,0-1,0 1</inkml:trace>
  <inkml:trace contextRef="#ctx0" brushRef="#br0" timeOffset="8519.7372">3986 776,'0'0,"18"0,0 71,-1 17,54 53,-18 0,17 53,-34-70,-19-1,-17-52,0-36,0 18,0-18,-17-35,17 18,0-1,-18-17</inkml:trace>
  <inkml:trace contextRef="#ctx0" brushRef="#br0" timeOffset="9056.1545">4374 917,'36'0,"-19"0,54 35,-18-17,17 70,19-17,-37-18,1 17,-17 19,-1-19,-17 1,-18 17,0-35,0 17,-36 1,1 17,-18-53,0 54,18-19,-36-17,36 0,0-35,0 17,-1-35,1 0,0 17,-18-17</inkml:trace>
  <inkml:trace contextRef="#ctx0" brushRef="#br0" timeOffset="9400.9157">3775 1129,'0'0,"-18"35,0 0,1 18,17 0,0 18,35-1,0 1,-17-1,17 1,36 0,-54-18,19-18,17 18,-18-36,18 19,0 17,-18-18,36 0,34 0,-34 1,52-1</inkml:trace>
  <inkml:trace contextRef="#ctx0" brushRef="#br0" timeOffset="9828.093">5574 1323,'18'0,"-1"0,36 0,-35 0,35 0,0 0,-18 0,18 0,0 0,-18 0,0 0,-17 0,-1 0,1 18,0-18,-1 0</inkml:trace>
  <inkml:trace contextRef="#ctx0" brushRef="#br0" timeOffset="10272.6883">5715 1323,'0'0,"0"70,0 19,0 16,0-16,0 17,-18-18,18-18,-53 18,36-17,17-36,-18 1,53-36,-17 0,17 0,18 17,35 1,-17-1,52 1,-34-18,-19 18,-34-18,-19 17,1-17,-36 0,18 18,-17-18,-1 0,18 18,-35-18</inkml:trace>
  <inkml:trace contextRef="#ctx0" brushRef="#br0" timeOffset="10522.2509">5750 2011,'36'-18,"-19"1,36 17,0 0,18-18,-36 18,18-18,17 18,-34-17,-1 17,-17 0,-1 0</inkml:trace>
  <inkml:trace contextRef="#ctx0" brushRef="#br0" timeOffset="10876.2267">6473 1358,'-17'0,"-18"18,17 17,0 18,1 53,17-18,0 0,0 0,0-17,17 0,1-19,17 19,0-36,1 1,17 16,-18-34,0 17,18-17,0-18,0 0,-18 0,36-35,-18-1</inkml:trace>
  <inkml:trace contextRef="#ctx0" brushRef="#br0" timeOffset="11151.8664">6756 1517,'35'18,"18"34,17 19,19 0,-36-18,-36-18,36 18,-18-18,1 0,-1 1,-35-19,35 1,0 17,36 18,0-35,-1-1,1-17</inkml:trace>
  <inkml:trace contextRef="#ctx0" brushRef="#br0" timeOffset="11391.453">7285 1552,'0'0,"-18"18,1 35,-36-18,0 18,0 0,0 0,-18 0,-34 0,52-18,0 0,35-35,0 18,18-1</inkml:trace>
  <inkml:trace contextRef="#ctx0" brushRef="#br0" timeOffset="11699.9856">7426 1341,'53'17,"88"160,-53-72,-35-34,-35 0,-1-1,1-17,-18 18,0 17,-18-18,1 1,-19-18,1 0,-18 0,36-53,-1 35,-17-35,35 18,-18-18</inkml:trace>
  <inkml:trace contextRef="#ctx0" brushRef="#br0" timeOffset="12122.4261">8414 1852,'17'0,"1"0,-18-18,18 18,17-17,-17 17,17 0,-18 0,36 0,-17 0,-19 0,19 0,-36 17,17-17,1 0,0 0,-1 36</inkml:trace>
  <inkml:trace contextRef="#ctx0" brushRef="#br0" timeOffset="12421.4499">8449 2081,'18'0,"-1"0,1 0,0 0,-1 0,18 0,-17 0,0 0,-1 0,1 0,0 0,-1 0,19 18,-1-18</inkml:trace>
  <inkml:trace contextRef="#ctx0" brushRef="#br0" timeOffset="13030.0986">10001 688,'-17'-35,"-19"-1,-17 36,36-17,-1-1,0 18,1 0,-1 0,1 18,-1-1,-17 19,17 17,0-18,1 18,-1 0,18-18,0 71,18-53,17 53,-17-36,35 36,-36-53,18 35,-17-35,0 53,-1-36,1 19,-18 34,0 0,0 19,-53-1,18-18,-18 1,0-54,35 1,-17-18,17-18,1-35,17 18,-18-18,1 0,17 17,-18 1,0-1</inkml:trace>
  <inkml:trace contextRef="#ctx0" brushRef="#br0" timeOffset="13866.5376">10231 2364,'0'17,"0"1,0 0,0 17,0 0,0-17,17 17,1-17,17-1,-35 1,35 0,-17-1,0-17,-1 0,-17-17,18-1,-18 0,0-35,0 36,0-36,0 0,0 18,0-1,0 19,0-1,0 0,0 1,-18 17,18-18,-17 18,17-18,-18 18,-17 0,35-17,-18 17,0-18,1 18,-1 0,1 0,-1 0</inkml:trace>
  <inkml:trace contextRef="#ctx0" brushRef="#br0" timeOffset="16062.5112">10548 670,'-18'36,"18"-1,0 18,0 0,0-18,0 18,0 17,0-52,0 0,18 17,-18-17,18-1,17 1,-17 0,-1-18,36 17,-35 1,17-18,0 0,1-18,-1 1,-17-1,17-35,0 0,-17 0,-18 18,17-36,-17 36,0 17,0-17,0 0,-17-18,-19 53,19-35,-18-1,17 19,-17-19,-1 36,1-17,0-1,17 1,1 17,-1 0,0 0,1 0,-1 0,0 17,18 1,-17-1,-1 1,0 17,18 1,0-19,0 1,0 0,18-18,0 17,17-17,-35 18,35-18,-17 17,17-17,0 0,-17 18,0-18</inkml:trace>
  <inkml:trace contextRef="#ctx0" brushRef="#br0" timeOffset="17007.9117">11853 1870,'0'0,"0"17,-17 19,-1 17,18 17,0-17,0 35,0-35,0 18,0 17,0-35,0 0,18-36,-1 1,1 17,0-35,-18 18,17 0,1-18,35 0,0-18,0-17,17-18,-17 0,-18 0,-35 35,0-17,0 0,0 17,-35-35,0 0,-18 0,18 0,-18 0,35 36,-17-18,0 17,-1-17,19 17,-1 18,0 0,1 0,-19 0,-17 53,18 0,18 0,-1-36,18 19,0-1,0-17,18-18,-1 0,1 17,-1 1,1-18,0 0,-1 0,1 17,0-17,17 0,-17 0,-1 0,-17 18,-17-18,52-35,35 0,-17-1</inkml:trace>
  <inkml:trace contextRef="#ctx0" brushRef="#br0" timeOffset="18091.0893">12400 1834,'18'0,"-1"0,36 0,-17 0,-1 18,18 0,-36-18,19 17,-19 1,1 0,0-1,-1-17,-17 18,0 0,0-1,0 1,0-1,-17 1,-1 0,0-1,1 1,-19 0,19-18,34 0,1 0,17 0,36 0,35 17,-53-17,0 18,-1-18,-34 0,0 0,-1 0,-34 18,-1-18</inkml:trace>
  <inkml:trace contextRef="#ctx0" brushRef="#br0" timeOffset="18579.4462">11695 1464,'0'-18,"35"18,35 0,-17 0,71 0,-1 0,18 36,36-19,-18-17,52 18,-105-18,35 18,-106-1,18-17,-17 0,-36 18,17-18,1 0,-18 17</inkml:trace>
  <inkml:trace contextRef="#ctx0" brushRef="#br0" timeOffset="19412.0643">12418 776,'0'-18,"17"18,1 0,0 0,17 0,18 0,-18 18,0 0,1-1,-19-17,1 18,0 0,-1-1,1 19,-18-1,0-18,0 19,0-1,0 0,-35 18,-18-17,0-19,0 18,18-17,-1-18,19 0,34 0,1-18,35 18,35 0,-35 0,53 18,-71-18,0 0,1 18,-36-1,17-17,19 18,52-18</inkml:trace>
  <inkml:trace contextRef="#ctx0" brushRef="#br0" timeOffset="19718.7908">13652 1076,'-17'53,"17"0,-18 0,18 35,0-35,-17 35,17-35,0 0,0 0,0-36,0 1,0 17,0-17,0 0,0-1,35 1,-18 0</inkml:trace>
  <inkml:trace contextRef="#ctx0" brushRef="#br0" timeOffset="20383.4064">14076 1076,'-18'53,"18"0,0 17,0 54,0-71,0 17,0-17,0-18,0 1,0-19,18-17,17-35,36-18,-18 0,-18 0,0 0,0-17,-35 35,0-18,0 0,-35 18,17-18,-17 17,18 36,-1 0,0 0,1 18,-19-18,19 18,-1 17,0-17,18-1,-17 18,34-17,1 0,0-18,-1 17,1-17,0 18,-1-18,1 18,0-18,-1 17,1-17,-1 0,1 0,0 0</inkml:trace>
  <inkml:trace contextRef="#ctx0" brushRef="#br0" timeOffset="20695.3067">14464 1323,'18'0,"34"0,-16 0,17 0,17 0,-17 18,0-18,0 17,-18-17,-17 0,-1 0,-17 18,18-36</inkml:trace>
  <inkml:trace contextRef="#ctx0" brushRef="#br0" timeOffset="21068.6559">14958 1111,'17'0,"1"0,35 0,0 18,0 17,-18 0,18 1,-35-1,17-17,-17-1,-18 19,0-1,0-18,0 19,0-19,0 1,-36 17,19-17,-19 0,19-1,17 1,-18-18,0 0,1 0,17 17,53-140,141-36</inkml:trace>
  <inkml:trace contextRef="#ctx0" brushRef="#br0" timeOffset="21453.1805">15981 900,'0'0,"-18"17,-35 1,36-18,-19 17,1 19,17-19,-17 1,0 0,0 17,-1 0,19 1,-1-36,0 35,18 0,0-17,18 17,0-35,17 35,0-17,1 17,-19-17,1-18,17 0,-35 17,18 1,-1-18,-17 18,18-18,0 0,-1 0,1 0,0 0,-18-36,17-16</inkml:trace>
  <inkml:trace contextRef="#ctx0" brushRef="#br0" timeOffset="21930.8445">15663 529,'18'0,"53"18,-19 35,1-18,0 18,-35 0,17-18,0 0,1 18,-19 0,1-18,0-17,-18 17,0 18,0-17,0 17,0-1,-18-16,0-1,1 18,-1-18,0-17,1 17,17-17,-18-18,1 0,-1 0,0 0</inkml:trace>
  <inkml:trace contextRef="#ctx0" brushRef="#br0" timeOffset="22378.4595">16757 1111,'18'0,"-18"36,0-1,0-18,0 19,0-1,17 18</inkml:trace>
  <inkml:trace contextRef="#ctx0" brushRef="#br0" timeOffset="22797.9237">16951 1076,'18'0,"35"0,-1 35,1-35,-17 36,-1-1,0 0,0 0,-17-17,-18 17,0 1,18-19,-18 18,0 1,0-19,0 1,-18 0,0-18,18 17,-35 1,18-18,-1 0,0 18,1-18,-1 17,0-17</inkml:trace>
  <inkml:trace contextRef="#ctx0" brushRef="#br0" timeOffset="23312.3961">17498 1129,'-18'18,"-17"17,35 18,-18-36,18 19,0-1,18 0,-18-17,17 17,1-17,0-18,-1 17,19 1,-19 0,19-1,-1-17,0 18,-17 0,-1-18,1 0</inkml:trace>
  <inkml:trace contextRef="#ctx0" brushRef="#br0" timeOffset="24438.8959">16686 2064,'0'-18,"18"18,0 0,-1-18,54 18,52 18,1 0,52-18,-52 17,-1 1,-35-18,-35 18,-17-18,-1 17,-18-17,-17 18,-17-18,-18 0,-54 0,1 0,0 0,0 0,17 0,36 0,17 0,36 0,0 0,34 0,-34 0,17 0,-17 0,-36 0,-70 0,-123-18,-107 18,106 0,142 0,52 0,36 0,-1 0,54 18,0-18,-1 18,1-18,-18 17,-18 1,-18-18,1 0,-18-18</inkml:trace>
  <inkml:trace contextRef="#ctx0" brushRef="#br0" timeOffset="28696.8499">18538 1623,'18'0,"-18"-18,0 0,0 1,0-18,-18-1,-17 19,35-1,-35-17,17 35,1-18,-1 18,0 0,1 0,-1 35,0 1,18 34,0-17,0 18,18-36,-18 0,0 18,18-53,-18 18,17-18,1 0,0-18,-1-17,19-36,-1-17,18-18,-36 18,1-35,0-1,-18 1,0-1,0 1,0-1,-18 1,0 88,18-1,0 19,-17 17,17 35,35 88,36 1,-54 35,18-36,1 36,-1-36,-35 1,18 17,-1-35,1-36,0-17,-1-18,1 1,0-19,-18-34,35-36,-18-18,19 1,-36-1</inkml:trace>
  <inkml:trace contextRef="#ctx0" brushRef="#br0" timeOffset="28977.4164">19050 1252,'53'71,"0"35,35 0,0-1,-35-34,-18 0,1-19,-1-16,0-19,-35 1,18 0,0-1,17-70</inkml:trace>
  <inkml:trace contextRef="#ctx0" brushRef="#br0" timeOffset="29234.3549">19544 1446,'-18'0,"-17"53,-18 0,0 18,-17-1,34 1,-17 17,36-17,-36-1,35-35,1-17,17 0,-18-1</inkml:trace>
  <inkml:trace contextRef="#ctx0" brushRef="#br0" timeOffset="29656.1619">19897 1199,'17'0,"54"18,-18-18,0 18,-18-1,18-17,0 18,0-18,-18 18,18-18,-18 0,-17 0,-18 17</inkml:trace>
  <inkml:trace contextRef="#ctx0" brushRef="#br0" timeOffset="30128.285">20285 1623,'17'0,"1"0,35 0,-18 0,18 0,18 0,-54 0,36 0,-18 0,-35 17</inkml:trace>
  <inkml:trace contextRef="#ctx0" brushRef="#br0" timeOffset="35103.1429">21572 2152,'18'0,"0"0,-18-18,17 18,1 0,0 0,-1 0,1 0,17 0,-17 0,-1 0,36 0,0 0,-35 0,35 0,-18 0,-17 0,17 0,-17 0,-18 18,0 0,17-1,-17 1,0 17,-17 0,-1 1,-17-19,-18 36,-18-17,18-1,18-18,-18 19,0-36,36 17,-1-17,36 0,-1 0,1 0,17 0,18 0,-18 0,-17 0,17 0,0 18,-17-18,0 18,-1 17,19-17,-36-1,0 1,0 17,0-17,-18-1,0 19,1-1,-36 0,0-17,-18 17,18-17,36-1,-18-17,-1 18,1-18,17 18,-17-36,-18-53,0-52,18-36,17 36</inkml:trace>
  <inkml:trace contextRef="#ctx0" brushRef="#br0" timeOffset="35532.7089">21343 1764,'18'0,"-1"0,1 0,35 0,53 0,17 0,36 0,-18-53,18 53,-36-18,-52 18,-18-17,17-1,-34 18,-19 0,1 0</inkml:trace>
  <inkml:trace contextRef="#ctx0" brushRef="#br0" timeOffset="35844.52">21555 758,'17'18,"19"106,34-1,-35 1,-17-19,0-34,-18-18,0 17,0-17,0 0,0-18,0 18,0-35,0 0,0-1,17 1,36 17,-17-35,52-17</inkml:trace>
  <inkml:trace contextRef="#ctx0" brushRef="#br0" timeOffset="36790.1497">22507 952,'18'36,"-18"-19,0 19,17 34,-17-17,18 18,0 35,-1-36,-17-17,36 18,-19-1,19-35,-19 18,19-35,-19 0,1-1,17-17,-35 18,18-18,-1 0,1 0,35 0,0 0,-18-18,53-70,-35 17,0 1,-18-1,-17 18,0-35,-18 18,0 17,0 0,-36 0,1-18,17 18,-17 18,0 0,0 17,17 1,0-1,-17 0,17 1,-17 17,0 0,17 0,-35-18,18 18,-18 0,36 0,-1 18,-35 17,18-17,17 17,18-17,-18 17,18 0,0-17,0-1,18 1,17 0,1-18,-19 17,1 1,0-18,-1 18,18-18,18 0,-35 0,35 0,-35 17,-1-17,1 0</inkml:trace>
  <inkml:trace contextRef="#ctx0" brushRef="#br0" timeOffset="38172.4283">1482 4286,'0'0,"53"-17,17 17,1-18,-18 18,17-18,1 18,-1 0,18 0,-35 0,0 0,-17 0,-1 0,0 0,-17 0,-18 18</inkml:trace>
  <inkml:trace contextRef="#ctx0" brushRef="#br0" timeOffset="38572.8261">952 4727,'36'0,"52"0,-17 0,-19 0,37 0,-1 0,18 0,-18 0,0 0,-17 0,-18 0,-1 0,1 0,-17 0,-1 0,0 0,-17 0,17 0,-17 0,17 0,-17 0,-1 0,1-17</inkml:trace>
  <inkml:trace contextRef="#ctx0" brushRef="#br0" timeOffset="39113.9718">1993 4039,'53'18,"18"0,-1-1,18 1,-17-1,-18 1,35 0,-35-1,-35-17,-18 18,0 0,-18 35,-17 0,-1-18,1 0,-18 18,18 0,0 0,-1-36,19 1,17 0,0-1</inkml:trace>
  <inkml:trace contextRef="#ctx0" brushRef="#br0" timeOffset="40010.9402">5045 4057,'-18'35,"-17"0,17 18,-17 18,17 35,18-18,-17 35,-19 1,19-36,17 0,-18 18,18-71,0 36,0-36,18-17,-1-18,1 18,17-18,1 17,16-17,1 18,18-18,-1-18,-17 1,36-36,16-18,-34 18,0-35,17 17,-35 1,17-36,-35 35,-17-34,-18 34,-18-17,-17 17,-35-35,34 54,1 34,-18-17,18 17,17 0,1 1,-1 17,0 0,1 0,-19 0,1 0,-18 17,-17 1,-1 17,1 18,-19-18,54 18,-18-17,18-1,17 0,18-17,18 0,0-1,17 1,18-1,17 19,-17-19,35 19,-35-19,88 36,-17-35,-36-18,-17 17,-36-17,0 0,-17 0,-1 0</inkml:trace>
  <inkml:trace contextRef="#ctx0" brushRef="#br0" timeOffset="40392.4688">6350 4374,'18'0,"-1"0,1-17,0 17,-1 0,1 0,17 0,18 0,0 0,0 17,17-17,-17 18,-17-18,17 0,-18 0,-18 0,1 0,0 0,-18 18</inkml:trace>
  <inkml:trace contextRef="#ctx0" brushRef="#br0" timeOffset="40766.6398">6068 4833,'35'0,"-17"-18,17 18,36 0,-36 0,35 0,-17 0,0 0,35 0,-17 0,-1 0,-17 0,-35 0,17 0,-17 0,0 0,-1 0,1 0,17 0,-17 0,-1 0,1 0</inkml:trace>
  <inkml:trace contextRef="#ctx0" brushRef="#br0" timeOffset="41807.2803">7691 4110,'0'0,"17"-18,1 18,-1 0,1-17,17 17,-17 0,17 0,-17 0,0 17,-1-17,-17 18,18-1,-18 1,0 0,0 17,0 0,-35-17,17 0,-17 17,-1-17,1-1,-18 1,36-1,-19-17,1 0,70 0,18 0,88 0,-53 0,36 0,-1 53,-52-35,-18 0,0-1,-36 19,-17-19,0 1,18-1,-18 1,0 17,0 1,-18-1,1 0,-18-17,17-1,0 1,-17 0,0-1,17-17,0 18,1-18,-1 0,1 0,-1 18,18-89,53-88</inkml:trace>
  <inkml:trace contextRef="#ctx0" brushRef="#br0" timeOffset="42096.5402">8678 4039,'0'-17,"18"17,17 0,71 0,18 17,70 19,-71-19,1-17,-36 0,-18 18,-34-18,-19 0,-17 17</inkml:trace>
  <inkml:trace contextRef="#ctx0" brushRef="#br0" timeOffset="42511.9039">8855 4022,'0'17,"17"89,1-18,0-17,-1-1,-17-17,0 18,18-18,-18-18,0-17,0-1,18-17,-1 0,1 0,17 0,18 18,0 0,17-1,36 1,-35 0,17-1,-35-17,0 0,-18 18,-17-18,-36 17,1 1,-1-18,0 0,-70-70,-35-19</inkml:trace>
  <inkml:trace contextRef="#ctx0" brushRef="#br0" timeOffset="42750.8578">8961 4427,'17'-17,"1"17,17 0,-17 0,17 0,18 0,-18 0,36 0,-18 0,-36 0,19 0,-1 0,-17 0,-1 0,36 0,0 0,18-36</inkml:trace>
  <inkml:trace contextRef="#ctx0" brushRef="#br0" timeOffset="43053.6629">9825 4039,'-18'18,"-17"35,35 0,-18 0,18 17,0-17,0 0,18-35,0 17,-1-17,1 17,17-35,0 18,1-1,-1 1,18-18,-18 0,18 0,0 0,0-18</inkml:trace>
  <inkml:trace contextRef="#ctx0" brushRef="#br0" timeOffset="43339.8506">10195 4092,'71'53,"-18"0,17 0,18 0,-52-18,-19 0,19-17,-1 0,0-1,-35 1,18-18,0 18,-1-18,18 0,-17 0,17-18</inkml:trace>
  <inkml:trace contextRef="#ctx0" brushRef="#br0" timeOffset="43596.1276">10777 4057,'-35'0,"-18"35,18 18,0-18,-18 1,-18 17,-35 0,36-18,-18 18,52-36,1 1,0 0,17-18,0 17</inkml:trace>
  <inkml:trace contextRef="#ctx0" brushRef="#br0" timeOffset="43937.7301">10636 3739,'36'0,"16"53,1 0,-35 0,53 18,-71-18,35 0,0 52,-35-52,18 36,-18-19,0 1,-18-1,-17-17,17-18,-17-17,17 0,18-1,-17-17,-1 0,0 0</inkml:trace>
  <inkml:trace contextRef="#ctx0" brushRef="#br0" timeOffset="44315.185">11977 4057,'0'-18,"35"18,53 0,71 18,17 0,18-18,0 0,-52 0,-19 0,-70 0,-18 0,-17 0,-18 17</inkml:trace>
  <inkml:trace contextRef="#ctx0" brushRef="#br0" timeOffset="44634.4609">12153 4216,'35'0,"36"0,17 0,53 17,18 1,17 17,36-35,-35 0,-1 0,-53 0,-87 0,-1 0,-53 0,1 18,-1-18</inkml:trace>
  <inkml:trace contextRef="#ctx0" brushRef="#br0" timeOffset="45027.3977">13317 3863,'0'0,"71"0,17 0,0 0,36 0,-18 18,-71-18,0 17,-17-17,-18 18,17-18,-17 17,18 19,-18-1,0 18,-35-18,17 18,1-18,-36 18,17 0,1-17,0-19,17 1,0-18,1 17,-1-17,1 18,52-18</inkml:trace>
  <inkml:trace contextRef="#ctx0" brushRef="#br0" timeOffset="45861.9454">15681 3845,'-35'53,"17"-18,18 36,-35 0,35 17,-18-18,0 1,18-1,0-34,0-1,0 0,0-17,0 0,0-1,18-17,0 0,17 0,18-53,0 0,17-52,-17-1,18 17,-18-16,-36-19,1 18,-18 36,0 35,-18-18,1 0,-18 35,17 18,18-18,-35 1,17 17,18-18,-18 18,1 18,-19 35,19-18,-1-17,1 35,-1-18,0 0,18-17,0-1,0 1,18-18,17 0,-35 18,35-18,-17 17,17-17,1 18,-19-18,19 0,-19 0,-34 0,-1 0,0 0,-35-71</inkml:trace>
  <inkml:trace contextRef="#ctx0" brushRef="#br0" timeOffset="46218.2557">15593 3016,'-18'18,"-17"35,-18 0,18-18,17 18,-17 0,17-18,0-17,1-18,17 17,0 1,17-18,54-71,70-17,-17-53,-36 0</inkml:trace>
  <inkml:trace contextRef="#ctx0" brushRef="#br0" timeOffset="46471.3379">15893 2752,'53'35,"17"18,-17-18,-18 18,1-18,-19-17,1-18,-1 18,-17-1,18-17,-18 18,0 17,0-17,0 17,18 0</inkml:trace>
  <inkml:trace contextRef="#ctx0" brushRef="#br0" timeOffset="46868.1141">16492 3563,'18'0,"0"0,17 0,18 0,53 35,17-17,-17 0,0-18,0 17,-36 1,18-18,-35 18,-17-18,-1 17,-18-17,-17 18,0 17</inkml:trace>
  <inkml:trace contextRef="#ctx0" brushRef="#br0" timeOffset="47174.8721">16669 4092,'17'0,"19"0,-1-35,-17 35,34 0,1 0,-17 0,34 18,-17-18,71 35,-71-18,17 1,1 0,-18-1,-18 1,-18 0,19-18,-19 17,1-17,17 0,-17 0,17 0,18-35</inkml:trace>
  <inkml:trace contextRef="#ctx0" brushRef="#br0" timeOffset="47807.3293">17727 3510,'35'-18,"-17"18,17-17,36 17,-18 0,17 0,36 17,-35 1,-36 0,0 17,18-17,-53 17,18-35,-18 35,0-17,0 0,-18 17,1 18,-54-18,-35 0,-17 36,-1-54,54 1,17 0,35-18,36 0,35-53,52 18,19 17,-1 18,1 0,-36 0,-17 35,-1-17,-35 17,-17-35,-18 18,18-1,-18 1,17 0,-17 17,0-17,-17 17,-19 18,1-18,18-17,-36 17,0 0,0-17,35 0,-17-1,17-17,1 18,-1-18,0 0,18 17,-17-17,34 0</inkml:trace>
  <inkml:trace contextRef="#ctx0" brushRef="#br0" timeOffset="48277.9166">19156 3651,'17'0,"19"0,70 88,17 1,-35-19,-35-17,-18 0,18 0,-17 0,-19-36,1-17,-18 18,0 0,-18-18,1 0,17 17,-18-17</inkml:trace>
  <inkml:trace contextRef="#ctx0" brushRef="#br0" timeOffset="48579.8735">19667 3510,'-17'0,"-1"35,-17 18,-18 18,18-1,-18-17,17 0,-17 0,1-18,16 1,1-1,17-17,-17-1,17-17,18 18,-17-18,17 18</inkml:trace>
  <inkml:trace contextRef="#ctx0" brushRef="#br0" timeOffset="48993.8763">18732 3404,'36'-17,"17"17,35 0,53 0,0 0,71 0,-1 0,1 0,-36 0,-70 0,-35 0,-36 0</inkml:trace>
  <inkml:trace contextRef="#ctx0" brushRef="#br0" timeOffset="54894.1057">14676 4904,'17'0,"1"35,70 35,-35-17,17 0,1-17,-18 16,0-16,17-19,-34-17,17 18,17-18,1 0,17-35,35-18,19-35,-19-1,18 37,-35-37,0 19,-36 17,-17 0,-17 35,-19 18,1 0,17 0,-17 0,17 0,-17 18,17 0,18 17,0 0,-18-17,36 17,-19-17,1-1,0 1,0-18,0 18,0-18,18 0,-18 0,70-18,-17 0,17 1,18-19,18 36,-35-17,-1 17,-35 0,-35 0,18 0,-1 0,36 0,0 0,0 0,-18 0,36 0,-36 0,-18 0,1 0,-1 17,19-17,-1 18,18 0,-18-1,0-17,35 36,-52-19,17-17,-35 18,18-18,-1 0,-52 0,17 0,-17 0,-1 0</inkml:trace>
  <inkml:trace contextRef="#ctx0" brushRef="#br0" timeOffset="56581.293">3581 6738,'17'0,"19"0,87 18,1 17,34-17,-17 35,-35-36,-18 1,-35-18,-35 0,0 17,-1-17</inkml:trace>
  <inkml:trace contextRef="#ctx0" brushRef="#br0" timeOffset="57262.8086">3775 6862,'-18'35,"18"35,0 1,-18 17,1-17,17 17,0-18,0-17,0 18,0-18,0-18,0-17,0-1,0 1,17-18,1 0,0 0,-1 0,1 0,0 0,52 0,1 18,-18-1,35-17,-53 0,0 0,-17 0,0 0,-1 0,-34 0,17-35,-36-18</inkml:trace>
  <inkml:trace contextRef="#ctx0" brushRef="#br0" timeOffset="57662.5156">3898 7285,'35'0,"36"0,17 17,0-17,18 36,-35-36,-18 0,0 0,0 0,-36 0,1 17,-1-17,36 0</inkml:trace>
  <inkml:trace contextRef="#ctx0" brushRef="#br0" timeOffset="58013.1136">4745 6685,'-18'0,"1"35,-19 36,1 17,17 36,-35 17,36-18,-18-35,17 36,18-54,0 1,0-18,18-18,-18 0,17 18,1-35,17 0,18 17,-18 0,36-17,35-1,-36-17,-17-17,0-1</inkml:trace>
  <inkml:trace contextRef="#ctx0" brushRef="#br0" timeOffset="58813.9948">4957 6967,'0'18,"0"35,0 17,17 1,1 17,-18-17,17 17,1-17,0-1,-1 1,1-54,0 19,-18-19,17-17,-17 18,18-18,-18 17,35-17,0 0,36-17,17-36,-17-35,-1 35,1-35,-36 17,0 0,-35 1,0 17,-17-18,-18 19,-1-1,1 17,17 19,-17-1,17 0,1 1,-1-1,0 18,1 0,-1 0,-17 35,-18 18,0 0,0 18,18-18,17 0,1-36,17 1,0 0,35-18,-17 0,17 0,-18 0,19 0,17 0,17 0,-17 0,-18-18,18 0,-17 18,-36-17,0 34,-18-17,0-53,-52-123,34 53</inkml:trace>
  <inkml:trace contextRef="#ctx0" brushRef="#br0" timeOffset="59114.2277">5186 6209,'-18'0,"-17"53,0-18,-18 18,17-18,1 18,18-35,17-1,-18 1,18 0,-18-18,18 17,0 1,36 0,34-18</inkml:trace>
  <inkml:trace contextRef="#ctx0" brushRef="#br0" timeOffset="59363.8524">5274 6279,'0'0,"18"0,35 53,52 18,1-1,0 19,0-1,0-35,35 70,-71-52,-17-18,0-18,0-17,-35 17,-1-17,1-18,17 0,-17 0</inkml:trace>
  <inkml:trace contextRef="#ctx0" brushRef="#br0" timeOffset="59723.4468">6368 6562,'17'0,"19"17,-1 36,0 0,0 0,1 18,-19-1,-17-17,18 53,-18-53,0 35,0 18,-18-18,-17-17,-18 17,18-53,0 18,-1-18,1-17,35 0,-18-18,1 0,17 17,-18 1,0-18,1-18</inkml:trace>
  <inkml:trace contextRef="#ctx0" brushRef="#br0" timeOffset="60138.8528">7250 6897,'17'-18,"1"18,-1-17,19 17,-1 0,53 0,0 0,1 35,16-18,-34 1,-18-18,0 0,0 18,-36-1,1-17,0 18,-18 0,0-1,0 1</inkml:trace>
  <inkml:trace contextRef="#ctx0" brushRef="#br0" timeOffset="60466.1841">7214 7179,'0'0,"36"-18,16 18,-16 0,17 18,17 0,1-1,-1 1,-34 0,34 17,-17-18,0 19,0-36,-18 17,-17 1,-1-18,1 0,-18 18,0-1</inkml:trace>
  <inkml:trace contextRef="#ctx0" brushRef="#br0" timeOffset="61029.0774">8572 6509,'18'0,"-18"-18,18 18,-1 0,1 0,53 0,52 35,18-17,0 17,-17-17,-18-18,17 35,-17-17,-53-18,-18 0,-17 0,-18 17,0 1,0 0</inkml:trace>
  <inkml:trace contextRef="#ctx0" brushRef="#br0" timeOffset="61481.5512">8714 6703,'0'17,"17"107,36-1,-53-52,0 35,0-36,0 1,0-36,18 0,-18-17,17-18,1 18,0-18,-18 17,35 1,18 0,17 52,1-52,0 35,52-18,-17 0,-36-17,1 0,-36-1,-17 1,0-18,-18 17,-18-17,18 18,-18 0,1-18,-1 0</inkml:trace>
  <inkml:trace contextRef="#ctx0" brushRef="#br0" timeOffset="61765.4565">8908 7126,'0'0,"53"0,-18 0,88 0,-35 18,71-1,-35 1,-36-18,-18 18,-34-18,-19 0,-17 17,-17-17,17 18,17-18,72-35</inkml:trace>
  <inkml:trace contextRef="#ctx0" brushRef="#br0" timeOffset="62054.7097">10231 6227,'-18'35,"18"0,-18 71,18 0,-17 17,-1 1,0-1,18-52,0 17,0-18,0-17,0-17,0-1,18 0,0 0,-18-17,35 17,-17 18,17-17,0-1,89-35</inkml:trace>
  <inkml:trace contextRef="#ctx0" brushRef="#br0" timeOffset="62692.1732">10707 6491,'17'0,"1"0,0 0,52 18,1-1,-1 19,1-19,-18 19,0-19,-36 1,1-18,-18 17,0 1,0 0,-18 17,-17 0,0 1,-18-1,18 0,-1-17,19-18,70 0,0 0,-1 0,37 17,-36 19,0-1,-18-17,-18-1,1 19,-18-1,18-18,-18 1,0 17,-18-17,18 0,-18 17,1-35,-1 18,1-18,-19 0,19 35,-1-35,0 0,18 17,0 1,-17-18,-1 18</inkml:trace>
  <inkml:trace contextRef="#ctx0" brushRef="#br0" timeOffset="63028.885">11659 6456,'0'0,"18"0,17 35,18 36,35 17,-52 0,17-35,-18 0,-18 0,19-18,-19 0,-17 1,0-19,0 1,0 17,0-17,18 17,0-35,17 0</inkml:trace>
  <inkml:trace contextRef="#ctx0" brushRef="#br0" timeOffset="63293.9159">12188 6332,'0'18,"0"17,-17 18,-1 0,-17 18,0-1,-18-17,0 18,0-18,0 0,-18-1,-17 1,18-17,34-19,36 1,-17-18,-1 18,0-18</inkml:trace>
  <inkml:trace contextRef="#ctx0" brushRef="#br0" timeOffset="63716.9696">11518 6138,'0'-17,"18"17,17 0,0 0,1 0,52 0,18 70,-36-34,-34-19,16 18,19-17,0 17,-19-17,-16 0,-54-18</inkml:trace>
  <inkml:trace contextRef="#ctx0" brushRef="#br0" timeOffset="64124.3181">12259 6068,'18'0,"-1"0,36 70,0 19,18 16,-18-16,-18-1,18-18,-18 71,0-52,-35-19,18 18,-18-17,0-18,-35-18,35 0,0-17,-18 0,0-18,1 0,-1 0</inkml:trace>
  <inkml:trace contextRef="#ctx0" brushRef="#br0" timeOffset="65786.616">13370 6579,'18'0,"35"0,-18 0,18 0,0 0,-18 0,18 0,0 0,-18 0,18 0,0 0,-18-17,-17 17,17 0</inkml:trace>
  <inkml:trace contextRef="#ctx0" brushRef="#br0" timeOffset="66457.5727">13300 7020,'0'0,"17"0,19 0,-19 0,36 0,0 0,-18 0,36 0,-1 0,1 0,-18 0,18 0,-19 0,-16 18,-19-18,19 0</inkml:trace>
  <inkml:trace contextRef="#ctx0" brushRef="#br0" timeOffset="67507.4114">14605 6385,'18'0,"-1"0,1 0,0 0,-1 0,18 0,1 0,-19 0,36 36,0-19,-18 1,-17-1,0 1,-1 17,1 1,-18-1,-18-17,1 34,-36-16,18-1,-1-17,-17-1,18-17,0 18,17 0,71-18,-18-18,89 18,-54 0,19 35,-36-17,17 17,-35 0,1-17,-36 0,0-1,0 19,0-19,0 1,0 0,-36 17,19-18,-1 1,-17 0,17-1,-17-17,0 18,17-18,0 18,1-1,-1-17,18-17,0-72</inkml:trace>
  <inkml:trace contextRef="#ctx0" brushRef="#br0" timeOffset="67802.3552">15628 6085,'18'0,"-1"0,1 0,0 0,17 0,35 0,-17 0,18 0,-18 0,0 0,-18 0</inkml:trace>
  <inkml:trace contextRef="#ctx0" brushRef="#br0" timeOffset="68241.0051">15505 6174,'17'88,"36"35,-35 1,-1-1,1-17,0-18,-18-17,0-1,0-34,0-1,0-17,35-18,-17 0,17 0,0 17,36 1,-1-18,1 0,-18 0,0 17,-18-17,-35 18,-18 0,1-1,-1-17,-17 0</inkml:trace>
  <inkml:trace contextRef="#ctx0" brushRef="#br0" timeOffset="68475.7562">15646 6685,'70'0,"18"0,-35 0,18 0,-1 0,-17 0,-35 0,17 0,1 0</inkml:trace>
  <inkml:trace contextRef="#ctx0" brushRef="#br0" timeOffset="68803.6205">16528 6174,'-18'35,"-17"35,35 19,-18-19,18 36,0-35,18-19,-1-16,1-19,-18 19,35-19,-17 1,0-18,-1 18,1-18,17 0,0 0,1-18,17 0</inkml:trace>
  <inkml:trace contextRef="#ctx0" brushRef="#br0" timeOffset="69102.9253">16827 6315,'53'88,"53"18,-35-36,-1 18,-17-52,35 52,-52-35,-1-18,0 0,1-17,-19 0,-17 17,18-35,-1 0,19 0,17-35</inkml:trace>
  <inkml:trace contextRef="#ctx0" brushRef="#br0" timeOffset="69365.6157">17357 6279,'-18'53,"18"18,-18-18,-17 35,0-53,0 36,-1-18,-17 0,18-18,0 0,17-35,-17 18,17 0,1-1,-1-17,18-17</inkml:trace>
  <inkml:trace contextRef="#ctx0" brushRef="#br0" timeOffset="69680.2719">16863 6156,'17'0,"1"0,35 0,0 0,70 18,-17-1,-18-17,-17 0,-36 0,0 0,-17 0,17 0</inkml:trace>
  <inkml:trace contextRef="#ctx0" brushRef="#br0" timeOffset="69986.7769">17639 5997,'70'106,"19"0,-36 0,17 17,-35-17,-17-18,0-17,-18-1,0-17,0 0,0 0,0-35,0 17,0-17,-18-18,0 17,1 1,-1-18,-17 18</inkml:trace>
  <inkml:trace contextRef="#ctx0" brushRef="#br0" timeOffset="70336.963">18397 6209,'18'0,"0"0,17 0,18 0,17 0,1 0,-1 0,19 0,-54 0,36 18,-36-18,0 0,-17 17,-18 1</inkml:trace>
  <inkml:trace contextRef="#ctx0" brushRef="#br0" timeOffset="70609.8067">18521 6526,'17'0,"1"0,17 0,-17 0,17 0,1 18,-19-18,1 18,-1-18,1 0,0 17,-1 1,1-18,0 18,-1-1,36 1,0-18</inkml:trace>
  <inkml:trace contextRef="#ctx0" brushRef="#br0" timeOffset="71209.0554">19032 5944,'18'0,"0"0,35 0,17 0,1 36,-1-19,1 18,-18-17,-36 17,19-17,-19-18,1 18,-18-1,0 1,0 0,0-1,0 1,0 17,-35 18,-18-18,0 1,0-1,18-35,35 18,70-71,1 17,-1 1,1 35,-18 0,35 0,-35 0,17 35,-34-17,-1 35,0-18,-35 0,18 1,-18 17,0 17,-18-17,1 0,-1 0,-17-18,-18 18,17-18,1-17,18-18,-1 0,0 18,18-1,-35 1,17-18,18-53,-35-70,35-1</inkml:trace>
  <inkml:trace contextRef="#ctx0" brushRef="#br0" timeOffset="71492.6296">19985 5768,'0'0,"17"0,36 0,18 0,0 18,17-1,0 1,18 17,17-17,1-1,-54 1,-34-18,-19 0,1 0,-18 18,-18 17</inkml:trace>
  <inkml:trace contextRef="#ctx0" brushRef="#br0" timeOffset="71864.2524">20338 5962,'35'70,"18"19,0 34,-18-17,-17 17,-18-34,0-1,-18-18,0 1,1-18,17-18,17-35,1 0,0 0,17-17,35-1,54 0,-53 18,-19-17,-34 17,0 0,-36 0</inkml:trace>
  <inkml:trace contextRef="#ctx0" brushRef="#br0" timeOffset="72146.4216">20532 6473,'17'0,"1"0,17 0,18 0,35 0,-17 18,17-18,0 0,-17 0,-18 0,-36 0,1 18</inkml:trace>
  <inkml:trace contextRef="#ctx0" brushRef="#br0" timeOffset="72491.4199">21431 5838,'0'0,"-17"0,-19 36,19 52,-1-18,18 19,0 34,0-52,0-1,35-34,-17-1,0 0,-1-35,1 35,0-17,17-18,0 18,-17-1,35-17,0 0,17-35,-17 0</inkml:trace>
  <inkml:trace contextRef="#ctx0" brushRef="#br0" timeOffset="72748.7766">21855 5980,'70'70,"1"36,-18-53,-18 0,0-18,0 0,-17-17,0 0,-18-1,0 1</inkml:trace>
  <inkml:trace contextRef="#ctx0" brushRef="#br0" timeOffset="73015.4379">22119 5962,'-17'18,"-1"34,-17 1,35 0,-36 18,19-36,-19 0,1 18,0-17,17-19,1 1,-1 0,0-18,18 17,0 1,-17-18,17-53</inkml:trace>
  <inkml:trace contextRef="#ctx0" brushRef="#br0" timeOffset="73349.6263">22049 5345,'17'0,"19"0,-1 52,71 37,-18 17,18-18,-36 0,-17 0,18 36,-54-19,19-34,-36 17,0-17,0-18,0 17,0-17,-18-18,0-17,18 0,-17 17,-1-35,0 18,18-1,-35-17,17 18,18-1,-17 1,-1-18</inkml:trace>
  <inkml:trace contextRef="#ctx0" brushRef="#br0" timeOffset="73745.2022">23072 5997,'17'0,"1"0,0 0,-18-17,17 17,1 0,35 0,0 0,0 0,-36 17,36-17,-18 18,1 17</inkml:trace>
  <inkml:trace contextRef="#ctx0" brushRef="#br0" timeOffset="73997.7245">23089 6262,'36'0,"16"-18,-34 18,17 0,1 0,-19 18,1-18,17 0,-17 0,0 17,-1-17,18 18,-17 0,0-18</inkml:trace>
  <inkml:trace contextRef="#ctx0" brushRef="#br0" timeOffset="74991.0045">21220 3422,'17'0,"36"35,88 36,-17 17,34 0,-87-53,17 1,-53-19,1 1,-1-18,0 0,18 0,35 0,36-71,17 1,-18-18,19 35,-72-35,36-1,-53 54,-35 17,17 1,-35-1,35 18,0 35,18-17,0 0,0-1,0 1,-35-18,-1 18,1-18,0 0,-1 0,19 0,-19 0,36-18,18-17,-1 17,18 0,-35 18,-35 0,0 0,-1 0,1 0,-1 0,1 0,0 0,-1 0,1 0,-18 18,35 0,-17-1</inkml:trace>
  <inkml:trace contextRef="#ctx0" brushRef="#br0" timeOffset="76312.8682">23548 5186,'18'0,"-1"0,18 0,54 106,-36-36,-1-17,-34 0,0-35,-1 35,-17-18,0-17,0 34,-35 1,-18 0,-17-17,-1-1,18 0,0-17,18-18,35 17,35-17,1 0,-19 0,18 0,18 18,0 0,-35 17,35 0,-36 18,19-18,-19 1,-17-1,18 18,-18-18,0 18,-18 0,-17-18,17 1,1-19,-1 18,-17 1,17-36,1 0,17 17,-18-17,0 18,18 0,0-36,0-88,36 0,-1 1</inkml:trace>
  <inkml:trace contextRef="#ctx0" brushRef="#br0" timeOffset="76557.1283">24059 5768,'36'0,"-19"0,19 0,-19 18,1-1,-18 1,0-1,0 1,0 0,0 17,0-17</inkml:trace>
  <inkml:trace contextRef="#ctx0" brushRef="#br0" timeOffset="77109.2537">24289 5891,'0'0,"17"0,1 0,0 0,-1 0,1 36,17-36,-35 17,0 1,18-18,-18 18,0 17,-18 18,-35 0,18-18,0 0,17 1,-17-19,52-17,36 0,-35 0,17 0,1 18,-19-18,1 0,-1 17,-17 1,0 0,0-1,0 19,-17-19,-1 1,1 0,-1-1,0-17,-17 18,17-18,1 0,-19 0,1-53</inkml:trace>
  <inkml:trace contextRef="#ctx0" brushRef="#br0" timeOffset="77407.7525">24165 5874,'0'-18,"18"18,-18-18,18 18,-18-17,17 17,1-18,-1 18,1-17,53 17,-18-18,-36 18,18 0,-17 0,-18-18,18 18,-18-17</inkml:trace>
  <inkml:trace contextRef="#ctx0" brushRef="#br0" timeOffset="77632.1733">24324 5468,'0'0,"0"35,18 36,-18-18,17 0,-17-36,0 19,0-1,0-17,0-1,0 1,0 17,18 0</inkml:trace>
  <inkml:trace contextRef="#ctx0" brushRef="#br0" timeOffset="78219.538">24624 5468,'18'35,"17"54,-35-19,17 18,1-17,0-18,-18-36,17 19,-17-19,36-70,69-17,-16-54,-19 54,1-36,-36 35,-17 1,-18-1,-53 18,0 0,-18 1,18 16,0 36,1 0,16 18,1 17,17 0,-17 18,17-17,1 34,-1-17,18-35,0 17,0-17,18-1,-1-17,1 0,0 0,-1 0,1 0,0 0,-1 18,1-18,0 18,-18-1</inkml:trace>
  <inkml:trace contextRef="#ctx0" brushRef="#br0" timeOffset="78677.8393">22948 7514,'18'-17,"-1"17,19 0,-1 0,-17 0,-1 0,1 0,0 0,17 0,-18 0,1 0,-18 17</inkml:trace>
  <inkml:trace contextRef="#ctx0" brushRef="#br0" timeOffset="79587.1202">24007 7108,'17'36,"-17"17,0-18,0 18,0 0,0-18,0 18,-17 0,-1 0,18-18,0 18,0 0,0-18,18 0,-18-17,17-18,-17 18,18-1,17-17,0-35,1 0,-1 17,-17-52,17-1,-35 1,0-1,0 0,0-34,-18-1,-17 18,17 35,-17 17,17 36,1 0,17-17,-18 52,0 18,1 17,17-34,0-1,0-17,0-1,17 1,1 0,0-18,-1 0,1 17,0-17,-1 0,-17 18</inkml:trace>
  <inkml:trace contextRef="#ctx0" brushRef="#br0" timeOffset="80031.2821">22648 7973,'18'0,"0"0,-1 0,36-18,-18 18,18 0,18 0,-18 0,17 0,-17 0,18 0,-36-18,18 1,0 17,-35 0,-1-18,1 18,-36 0</inkml:trace>
  <inkml:trace contextRef="#ctx0" brushRef="#br0" timeOffset="80570.6804">10707 7743,'53'0,"-18"0,36 0,-1 0,18 18,-35-18,18 18,-54-18,19 0,-1 0,-35 17,18-17,-1 0,-17 18,0 17</inkml:trace>
  <inkml:trace contextRef="#ctx0" brushRef="#br0" timeOffset="80874.6914">10495 8202,'0'0,"53"0,-18 0,36 0,-1 0,54 0,-1 0,18-18,54 1,-72-1,-35-17,-35 35,-35 0,17-18</inkml:trace>
  <inkml:trace contextRef="#ctx0" brushRef="#br0" timeOffset="81157.033">11077 7955,'0'0,"0"71,0 17,-17 35,-19-52,1 17,-36 0,1 0,-18-17,35-18,-18-18,36 1,17-19,1-17,-1 0,18 18,0-1,0-34</inkml:trace>
  <inkml:trace contextRef="#ctx0" brushRef="#br0" timeOffset="81422.8331">10813 8449,'17'0,"19"35,-19 18,36 0,-18-18,-17 18,17-17,1-1,-19-17,36-1,0 18,0-17,53 0,17-18,1-18,34-52,1-1,-18-17,-35-18,-35 35,-1-34,-34 34,-19 0</inkml:trace>
  <inkml:trace contextRef="#ctx0" brushRef="#br0" timeOffset="81804.0753">12330 8096,'-53'36,"0"-1,-18 0,1 0,-1-17,36 17,0-35,52 0,18-17,18 17,-17 0,-1 0,53 35,0 18,-17 35,-18-53,-36 36,19-18,-19-18,1 0,-18-17,0 0,0-1,-18-17,1 0,-1 18,53-89</inkml:trace>
  <inkml:trace contextRef="#ctx0" brushRef="#br0" timeOffset="82014.1608">12859 7567,'0'0,"17"18,36-1,0 19,0-19,-18 1,1 0,-1-1,-17 1,-1-1</inkml:trace>
  <inkml:trace contextRef="#ctx0" brushRef="#br0" timeOffset="82452.1895">13070 7937,'53'0,"0"0,0 0,-18 0,-17 0,-18 18,-88 35,-36 0,-17-18,88-17,18 0,17-18,36 0,0 0,-1 0,1 0,17 0,-17 0,17 0,-17 0,17 0,0 0,-17 0,0 0,-1 0</inkml:trace>
  <inkml:trace contextRef="#ctx0" brushRef="#br0" timeOffset="82671.1815">12524 8149,'0'0,"17"35,-17 1,0 17,0 0,0-18,0 18,-35 0,17 0,-17-36,17 36,-17-18,35 1,-18-19,18 1,0 17</inkml:trace>
  <inkml:trace contextRef="#ctx0" brushRef="#br0" timeOffset="83344.262">12559 8484,'18'0,"17"0,18 36,0 16,-18-16,-17-1,17-17,-35 17,0 0,0 1,0-19,0 18,-18-17,18 0,-17-18,-1 0,0-36,1 1,-1-18,0 0,18 0,0 18,18 0,17 0,1-1,-1 1,35 35,54-35,-1 17,1 18,-1 0,1 35,-18 1,-71-19,18 1,-18-18,-17 18,-18-1,0 1,-18-1,-70 54,-71 17,-53-17,36-54,53 1,52-18,0 0,54 0,-1-18,36 1,-18-1,17 18,1 0,0-17,-1-1,1 18,0-18,52 18,18 0,1-17,-19-1,1 18,-18-18</inkml:trace>
  <inkml:trace contextRef="#ctx0" brushRef="#br0" timeOffset="83570.4574">12876 8572,'0'53,"18"18,0-53,-1 35,-17-18,0-18,0 1,0 17,0 1,0-19,0 19,53-36</inkml:trace>
  <inkml:trace contextRef="#ctx0" brushRef="#br0" timeOffset="83758.7684">13264 8414,'0'35,"0"36,0-19,-17 54,-54 53,-70 17,-88 89</inkml:trace>
  <inkml:trace contextRef="#ctx0" brushRef="#br0" timeOffset="84929.7512">2487 9931,'35'0,"1"0,-1 0,53 0,-17 17,34 36,-52-35,-35 17,17-17,-17 17,0-17,-18 17,17 0,-17 18,-17-35,-1 17,-17 18,17-35,-35-1,18-17,-18 18,53 0,-35-18,52 0,1 0,0-18,17 18,-18 0,19 0,-1 0,53 0,36 18,-1-1,1-17,-36 18,0-18,-17 17,-18-17,-36 0,1 0</inkml:trace>
  <inkml:trace contextRef="#ctx0" brushRef="#br0" timeOffset="85274.678">4022 10160,'88'71,"-18"-1,-34-17,-1-18,-17 18,-1 0,-17-35,0 35,0 0,0 0,-35-36,17 18,-17 1,17-19,-17 1,0-18,17 0,-35 0</inkml:trace>
  <inkml:trace contextRef="#ctx0" brushRef="#br0" timeOffset="85719.2737">1976 9578,'-18'18,"18"34,0 19,18-18,-1-18,18 18,1 0,17 0,-36-18,19-17,16 0,-16-1,-36 1,0-1,17-17,1 0,0 0</inkml:trace>
  <inkml:trace contextRef="#ctx0" brushRef="#br0" timeOffset="89321.8918">5380 10795,'0'-18,"17"18,19-17,-19 17,19 0,-19 0,36 0,0 35,18-17,-36 17,-17-17,17-1,0 1,-35-1,18 19,-18-19,17 19,-17-1,0-17,0 17,0-18,-35 1,0 17,0 1,-1-1,-17-17,1-1,16 1,19-18,-19 18,19-18,17 17</inkml:trace>
  <inkml:trace contextRef="#ctx0" brushRef="#br0" timeOffset="89753.6935">5927 10742,'0'0,"-36"35,1 18,35-17,-35 34,17 1,18-18,0-1,35 19,-17-18,35 18,35-19,-17 1,88 18,-89-1,36-34,-36-19,1 1,-18 0,-18-18,0 0,-17 0,0 0,-1-18,-17 0,0-17,0 17,0 1</inkml:trace>
  <inkml:trace contextRef="#ctx0" brushRef="#br0" timeOffset="90142.5195">4974 10160,'18'0,"35"0,35 0,124 18,87 35,-105-1,0-52,-52 0,-89 0,-18 18,-35 0,-18-18</inkml:trace>
  <inkml:trace contextRef="#ctx0" brushRef="#br0" timeOffset="90657.9827">6791 10742,'18'0,"52"0,18 18,36-18,-1 17,-17-17,53 18,0 0,-71-1,-35-17,-36 18,1-18,0 18,-36-1</inkml:trace>
  <inkml:trace contextRef="#ctx0" brushRef="#br0" timeOffset="91127.5503">7003 11218,'35'0,"-17"0,-1 0,36 0,18 0,17 18,35 0,18-18,18 0,-35 0,-36 17,-18-17,-52 0,0 0,-36 0,0 0</inkml:trace>
  <inkml:trace contextRef="#ctx0" brushRef="#br0" timeOffset="92666.9088">10724 12365,'18'0,"0"-18,-1 1,1 17,0 0,-18-18,0 0,35-35,-17 0,-1 36,-17-18,0-18,0 35,0 0,-17 1,-1-19,-17 1,-1 0,1 0,0 17,-18-17,0 17,0-17,0-1,18 19,-18-1,18 1,-1 17,19 0,-1-18,0 18,1 0,-1 18,18-1,0 18,0 1,18-19,-1 1,1 0,17 17,18 0,0 18,0-35,-18 35,18-18,0 0,-17 1,-1 16,-18-34,1 0,0 17,-1-35,-17 18,0-1,0 1,-17 0,-19-1,19 1,-18-1,-18 1,0-18,17 0,19 0,-19 0,19 0,-1 0,1 0,-1 0,18-35,-18 0,18-1,18 1,0 17,-18-35,17 36,18-18,-17 17,0 0,-1 18,-17-17,-35-19,17-34</inkml:trace>
  <inkml:trace contextRef="#ctx0" brushRef="#br0" timeOffset="93072.2899">9842 11201,'0'-18,"18"18,-18-18,18 18,17-17,-17 17,-1 0,1 0,88 17,88 1,17 0,1-18,0 0,-71 0,-53 0,-17 0,-54 0,-17 17,-17-17,-1 0,0 18</inkml:trace>
  <inkml:trace contextRef="#ctx0" brushRef="#br0" timeOffset="93376.992">10654 10425,'0'52,"18"72,-18-36,0 0,0-17,0-1,-18-34,18-1,0 0,0-17,0 0,0-1,0 1,18 17,17 0,35-17</inkml:trace>
  <inkml:trace contextRef="#ctx0" brushRef="#br0" timeOffset="93949.2566">12206 10425,'-18'0,"1"0,-1 0,-17 0,0 17,35 1,-36-1,1 36,0 0,17 0,1 18,17-36,0 53,0-17,0 17,0-17,17-19,1-16,17-1,-17 0,17 1,-17-36,-1 17,1 1,0-18,-1 18,1-18,-36 0,18 17</inkml:trace>
  <inkml:trace contextRef="#ctx0" brushRef="#br0" timeOffset="94588.9308">11412 10566,'18'0,"0"70,-1-17,19 18,-19-36,-17 36,0-19,0-16,0 17,0 0,-17-1,-1-16,-17-19,17 1,0 0,18-1,0 1,-17-18</inkml:trace>
  <inkml:trace contextRef="#ctx0" brushRef="#br0" timeOffset="94864.2709">11324 10830,'18'0,"52"53,-17 0,0-18,-18 18,-17-17,35-1,-18 0,-17-35,0 35,-1-17,1 0,-1-1,-17 19,36-36,-1 35,36-17,-18-18</inkml:trace>
  <inkml:trace contextRef="#ctx0" brushRef="#br0" timeOffset="96011.0549">13229 10566,'0'17,"0"36,0-17,18 16,17 1,0 0,-17-35,0 17,17 18,-35-35,18-18,-1 17,-17 1,18-18,-1 0,-17 18,53-18,-17 0,-19-18,19-17,-19-1,-17 1,0 0,0 0,-17-1,-1 19,0-1,-17-35,0 36,17-1,0 18,1 0,17-18,-18 18,18-17,0 34</inkml:trace>
  <inkml:trace contextRef="#ctx0" brushRef="#br0" timeOffset="96296.6991">13988 10918,'0'-17,"17"17,1 0,-18 17,18 19,-18-1,0 0,0-17,0 0,0-1,0 1,-18 35,36 17</inkml:trace>
  <inkml:trace contextRef="#ctx0" brushRef="#br0" timeOffset="96909.1933">14711 10707,'0'0,"0"-18,0 1,0-1,0-35,0 0,0 18,0-18,0 18,0 17,-18-17,1 17,-1 0,0 1,1 17,-1-18,-17 18,-1 0,-16 0,16 0,19 0,17 18,0-1,0 19,0 17,35-18,18 18,35 35,-35-35,0 17,17 19,-17-72,-17 19,-19-1,-17 0,18-35,-18 18,0-1,-18-17,1 36,-1-1,-17-17,-18-1,0 1,35-18,-17 17,17-17,1 18,17-53,0-36,35 1,18 17,0 0,17 18</inkml:trace>
  <inkml:trace contextRef="#ctx0" brushRef="#br0" timeOffset="97206.5707">15081 10654,'18'0,"0"0,-1 0,1 0,35 0,53 0,-1 0,19 0,-1 0,-34 0,-19 0,-35 0,-52 0</inkml:trace>
  <inkml:trace contextRef="#ctx0" brushRef="#br0" timeOffset="97442.9089">15575 10477,'0'0,"0"71,0 0,0 17,0-18,-18 19,1-1,-1-18,-17 1,17-18,-17 0,35-18,-18 0,18-17,0 17,18-17</inkml:trace>
  <inkml:trace contextRef="#ctx0" brushRef="#br0" timeOffset="97847.6379">16175 10689,'0'18,"0"35,-18-18,1 18,17 17,0-52,0 35,0-35,17-18,1 0,-18 17,53-34,-18-36,0 17,-35-16,18 34,-18-17,0-1,-35 1,-1 17,19 1,-1-1,0 18,1 0</inkml:trace>
  <inkml:trace contextRef="#ctx0" brushRef="#br0" timeOffset="98089.484">16651 10830,'0'53,"35"0,-35-35,18 35,-18 0,0-36,0 18,0 1,0-1,0 0,0-17,35 17,-17-35</inkml:trace>
  <inkml:trace contextRef="#ctx0" brushRef="#br0" timeOffset="98489.7753">17039 10530,'-17'106,"-36"18,35-1,-17 36,17-36,0-70,1 53,17-35,0-36,0 0,0-17,0 0,17-18,1 0,0 0,35-18,0-17,-36-1,-17 19,0-1,0 0,-17 1,-1-1,-17-17,-1 35,1-18,17 1,1 17,-1 0,18-18</inkml:trace>
  <inkml:trace contextRef="#ctx0" brushRef="#br0" timeOffset="98775.8355">17216 10901,'0'0,"35"0,35 0,1 0,-1 0,1 0,0 0,-18 0,-18 0</inkml:trace>
  <inkml:trace contextRef="#ctx0" brushRef="#br0" timeOffset="99036.3824">17498 10813,'17'35,"1"35,0-17,-1-17,-17-19,0 19,0-19,0 1,0 17,0-17,0-1,18 1,0 0,35-18,35 0</inkml:trace>
  <inkml:trace contextRef="#ctx0" brushRef="#br0" timeOffset="99394.3204">18221 10830,'18'0,"17"18,0 0,-35-1,18-17,17 18,-35-1,18 1,-1-18,-17 18,36-18,-19 0,1 0,0-18,-1 18,1-18,-1 18,19-17,-19 17,1 17,17 1,-17-18,0 18,-1-1,1 1,-1-18</inkml:trace>
  <inkml:trace contextRef="#ctx0" brushRef="#br0" timeOffset="99574.1583">18821 10866,'17'0,"1"35</inkml:trace>
  <inkml:trace contextRef="#ctx0" brushRef="#br0" timeOffset="99886.0793">19562 10954,'0'-18,"35"18,-18 0,-17-18,18 18,0 0,17 0,36 0,17 18,35-18,-35 0,-35 0,0 0,-53 18,0-1</inkml:trace>
  <inkml:trace contextRef="#ctx0" brushRef="#br0" timeOffset="100115.2739">19985 10813,'0'0,"0"53,-18-1,18 1,0-35,0 17,0 1,0-19,0 1,-17-1,17 1,-18 0,0 17,18 18</inkml:trace>
  <inkml:trace contextRef="#ctx0" brushRef="#br0" timeOffset="100567.8096">20391 10813,'17'-18,"1"18,-18 35,0 36,0-18,0 35,17-35,-17-18,18-17,-18-1,0 1,18-18,17-35,-35-1,0 19,0-18,-18 17,1 0,-19-17,36 0,-35 17,18 18,-1 0,0 0,1 0,17 18</inkml:trace>
  <inkml:trace contextRef="#ctx0" brushRef="#br0" timeOffset="100784.3051">20973 10918,'0'0,"0"18,17 17,-17-17,18 0,-18-1,0 19,0-1,0-18,0 1,0 35,0 0,0-35</inkml:trace>
  <inkml:trace contextRef="#ctx0" brushRef="#br0" timeOffset="101378.3806">21114 10848,'0'0,"17"-53,19 0,-1 18,18-18,-18 18,0-18,-17 17,-18 19,0-19,0 19,-18-1,1 1,-1-1,0 0,1 18,-1-17,1-1,-19 0,1 18,-18 0,35 0,1 0,17 36,0-19,0 19,17-1,1 0,0 0,-1 18,19 0,17 0,-18-18,18 1,-18 17,0-18,-35-17,18-18,-18 17,0 1,-18 17,-35 0,0 18,1-53,16 18,1-18,0 0,17 0,0 0,1 0,-1-35,1-18,17 35,0-17,17-18,18 18,1-18,34 0</inkml:trace>
  <inkml:trace contextRef="#ctx0" brushRef="#br0" timeOffset="101808.3547">21484 9860,'18'0,"-1"18,72 70,16 53,-16-17,-1 17,-18-18,-52 1,17-1,-35-35,0 36,0-1,-35-17,-36 18,-17 17,-18-36,18 1,53-70,0-1,-1-35,36 17,-17-17,-1 0,1 0</inkml:trace>
  <inkml:trace contextRef="#ctx0" brushRef="#br0" timeOffset="103160.2827">22525 10636,'0'0,"17"0,1 0,0 0,-1 0,19 0,-1 0,0 0,18 0,-18 0,1 0,-1 0,-17 0,17 0,-17 0</inkml:trace>
  <inkml:trace contextRef="#ctx0" brushRef="#br0" timeOffset="103646.1155">22684 10883,'17'0,"1"0,0 0,17 0,0 0,0 0,18 0,-35 0,17 0,-17 0,17 18</inkml:trace>
  <inkml:trace contextRef="#ctx0" brushRef="#br0" timeOffset="104396.6182">23301 10389,'-18'0,"1"18,17 0,-18 17,0 0,1 0,17 18,0 0,0 0,17-18,1-17,-18 17,18-35,-1 18,1 0,0-18,-1 0,1 0,17-18,0 0,18-17,-35 17,17-17,-17 0,-18 17,0-17,0 0,-18 17,1-17,-1 35,18-18,0 0,-18 18,1 0,-1 0,0 0,1 0,-1 18,1-18,-1 0,18 18,0-1</inkml:trace>
  <inkml:trace contextRef="#ctx0" brushRef="#br0" timeOffset="104713.6075">23742 10724,'0'0,"35"71,53 0,-52-1,-1-17,-17-35,-1 17,1 0,-18-17</inkml:trace>
  <inkml:trace contextRef="#ctx0" brushRef="#br0" timeOffset="105356.6969">24712 10089,'-18'36,"-17"-19,0 19,0-1,-1 18,-34 17,17 36,18-35,-18 70,17-53,19 18,17-18,0 53,0-70,0-18,17-36,1 19,0-36,-18 17,17-17,1 0,0 18,17-18,18 0,-18-18,0 1,1-19,-36 19,0-1,0 0,0 1,0-1,0 0,-36 1,19-18,17 17,-18 18,0 0,1 0,-1 0</inkml:trace>
  <inkml:trace contextRef="#ctx0" brushRef="#br0" timeOffset="106871.7598">6368 14534,'-18'0,"18"18,0 53,-18-1,18 18,0 1,0 34,18 1,0-19,52-16,-35-19,-17-35,35 1,-18-19,-17-17,0 0,-1 0,1 0,-1 0,36 0,-35-17,53-36,34 0,-16-35,-36 17,-1-35,1 36,-35-19,0 19,-36-54,-17 54,-18-18,0 17,-18 18,18 18,18 0,0 17,17 0,-17 1,17 17,1 0,-19 0,1 0,17 0,-17 0,-18 0,0 35,36 0,-1 18,-17 18,35-54,0 36,0-17,0-1,17-17,19-1,-36 1,35-1,0 19,-17-36,35 17,0 1,0 0,0-18,17 0,1 0,17 0,-18-18,36-17,-70-1,-1 36,-18-35,-17 0,-17 0,-1 17,-17-53,0 1,-1-36</inkml:trace>
  <inkml:trace contextRef="#ctx0" brushRef="#br0" timeOffset="107209.4301">6844 13582,'-18'18,"1"17,-19 18,-34 35,17-17,-35 70,-1-36,37-34,-37 17,54-53,0 1,17-1,1-35,17 18,35-71</inkml:trace>
  <inkml:trace contextRef="#ctx0" brushRef="#br0" timeOffset="107466.1289">6685 13864,'0'-17,"18"17,-1 0,72 52,16 37,19-1,-18-18,-36 1,18-36,-70-17,35 17,-35 0,-1-17,-17 0,0-1</inkml:trace>
  <inkml:trace contextRef="#ctx0" brushRef="#br0" timeOffset="107877.6498">8343 14358,'35'0,"-17"0,17 0,-17 0,35 0,17 18,-17-18,36 0,16 17,-16 1,-19-18,-35 0,-17 18,0-18,-1 0</inkml:trace>
  <inkml:trace contextRef="#ctx0" brushRef="#br0" timeOffset="108185.7281">8343 14658,'18'0,"-1"0,19 0,-19 0,36 0,18 35,17-17,-17 17,-1-35,1 18,-36-1,0-17,18 18,-35-18,-1 0,19 0,-19 0,19 0,-36-18</inkml:trace>
  <inkml:trace contextRef="#ctx0" brushRef="#br0" timeOffset="108817.7655">9137 13988,'0'0,"18"0,-1 0,18 0,18 35,18-35,-18 35,-35-17,17 17,0-17,0 17,-35 0,18-17,-18 0,0-1,0 1,0 17,-35 0,-18 1,-18-1,-35 0,71-35,0 0,17 0,18-53,53 18,18 17,17 18,0 0,71 0,-36 53,-52-17,35 17,-71-18,0-18,-17 36,0-35,-18 0,0 17,0 0,0 18,0-18,-18 18,0 0,-17-18,0 1,17-19,0-17,1 18,-1-18,0 18,18-1,-17-17,-1 0,36-106,105-70</inkml:trace>
  <inkml:trace contextRef="#ctx0" brushRef="#br0" timeOffset="109158.2495">10442 14287,'0'0,"18"-17,35 17,0 17,17 19,18-1,-52 0,-1-17,0 0,-17 17,-18-17,0-1,0 18,0 1,-35-1,-1 0,-34 1,-1-1,18 0,0-17,36 17,-19-35,19 18,-1-18,18-18,106-123</inkml:trace>
  <inkml:trace contextRef="#ctx0" brushRef="#br0" timeOffset="109482.1021">11130 14041,'-35'35,"0"18,-18 0,0 17,17 1,-16 17,52-53,-18 18,18 0,0-35,0-1,0 1,18-18,-1 18,1-18,-1 0,19 0,17 0,17 0,-17 0,0-18,-35 0,17 1,-35-19,0 19</inkml:trace>
  <inkml:trace contextRef="#ctx0" brushRef="#br0" timeOffset="109815.3813">10125 13705,'53'0,"35"0,35 18,36 35,-35-35,-72-18,1 0,-17 17,-19-17,-17 18,0 17</inkml:trace>
  <inkml:trace contextRef="#ctx0" brushRef="#br0" timeOffset="110143.8238">11695 14005,'17'0,"1"0,17 0,89 18,-1 17,18-35,-17 18,-36-18,-18 0,-17 0,-17 0,-19 0,1 17</inkml:trace>
  <inkml:trace contextRef="#ctx0" brushRef="#br0" timeOffset="110420.3878">11906 14305,'18'0,"0"0,17 18,35-1,1 19,-18-19,-18-17,0 18,1 0,-1-18,-17 0,-1 0,1 17,17 1,0-18,1 0,17-18</inkml:trace>
  <inkml:trace contextRef="#ctx0" brushRef="#br0" timeOffset="111017.4816">12559 13582,'18'0,"17"0,53 35,0 18,-35-18,18 18,-18-35,-1 17,-34-17,-18 0,18-18,-18 17,0 1,0 17,-36 0,-16 1,34-19,-17 1,-1-18,54 0,17 0,-17 0,35 35,0-17,-18-1,-17 1,-1 17,1-17,-18 17,18 1,-18-1,0 18,0 0,-36 0,1 17,0-35,-18 1,53-19,-35 1,17-18,18 18,-18-18,1 35,17-53,141-88,141-70,88-71,-123 71</inkml:trace>
  <inkml:trace contextRef="#ctx0" brushRef="#br0" timeOffset="111247.0959">14358 13529,'0'35,"18"18,-1 18,-17 17,0-17,0-1,-17 1,-19-1,-17 1,1-18,-1-18,0 0,0 0,18-17,17 0,0-1</inkml:trace>
  <inkml:trace contextRef="#ctx0" brushRef="#br0" timeOffset="111520.2397">14093 13670,'71'71,"0"17,-19-35,-16 0,-1-36,-17 1,-1 17,1-17,-18 0,18-1,-1 1,-17 17,53 0,35-35</inkml:trace>
  <inkml:trace contextRef="#ctx0" brushRef="#br0" timeOffset="112022.2487">14958 13723,'0'18,"-18"35,-17 17,35 1,-18 17,18-35,0 0,0 0,0-36,18-17,-1 18,1-18,35 0,-18-35,1 17,-36 0,17-17,-17 0,18 0,-18-1,0-17,-18-17,-17 35,17-1,-17 1,0 17,17 18,53 36</inkml:trace>
  <inkml:trace contextRef="#ctx0" brushRef="#br0" timeOffset="112279.7339">15540 13758,'17'18,"-17"35,0 0,18-18,-18-17,0 17,0-17,0-1,0 1,0 0,0-1</inkml:trace>
  <inkml:trace contextRef="#ctx0" brushRef="#br0" timeOffset="112842.5825">16404 13088,'-17'18,"-1"17,0 0,-17 36,0 35,-18-18,-18 18,1 35,34-18,1 1,17-18,18-54,0 1,0-17,0-19,18-17,-18 18,53-18,-18 0,89-35,-54-1,36-17,-88 1,-1 16,1 19,-36-1,1-17,-18-1,-18 1,17 0,-17 0,0 17,18 18,18 0,-1 0,0 0,18 18,0-1,0 1,36 35,246 17</inkml:trace>
  <inkml:trace contextRef="#ctx0" brushRef="#br0" timeOffset="113122.7925">17198 13476,'0'-18,"18"18,-1 0,36 18,0 0,18-1,34 1,-52-18,0 18,0-18,-18 0,-17 0,0 0,-18 17,-18 1</inkml:trace>
  <inkml:trace contextRef="#ctx0" brushRef="#br0" timeOffset="113348.207">17163 13705,'17'0,"1"0,0 0,-1 0,18 36,1-19,-1 1,0-18,18 18,0-1,-18 1,18-18,18 0,-1 18,19-18</inkml:trace>
  <inkml:trace contextRef="#ctx0" brushRef="#br0" timeOffset="113655.4196">18309 13070,'0'0,"0"71,18 17,-1 36,-17-36,0 0,-17 18,-1-18,-35 18,36-18,-19 0,1-52,17 16,-17 1,17-17,-17-36,18 35,17-17,-18-1,71-17</inkml:trace>
  <inkml:trace contextRef="#ctx0" brushRef="#br0" timeOffset="113943.1382">18450 13847,'0'0,"18"17,0-17,17 35,0 1,0-1,-17-17,17 17,-17 0,0 18,-1-35,1 17,-18 0,17-17,1 17,-18-17,0-1,0 1,-18-18,18 18,-17-18</inkml:trace>
  <inkml:trace contextRef="#ctx0" brushRef="#br0" timeOffset="114934.4464">19279 13123,'0'18,"-17"0,17 17,0-17,17 17,19 18,16 0,1 17,18 1,0 17,-1 18,-17-36,-18-17,1 0,-1-18,-35 1,0-19,17-17,-17 18,0 0,0-1,-17 1,-36 17,-71 0,19 1,-19-1,36-17,17-18,36 0,17 0,1 0,-1 0,18-18,-35-105,35 34,35 1,0-18,18 53,0 0,18 1,-18-1,0 17,17 19,1-36,-1 18,1-1,-36-17,0 18,-35 17,0 1,0-1,0 1,-17-1,-1 0,1 18,-1-17,-17-1,-1 0,1 18,-18-35,-17 35,17-18,17 18,-17 0,36 0,-1 0,18-17,0-1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4.08451" units="1/cm"/>
          <inkml:channelProperty channel="Y" name="resolution" value="54" units="1/cm"/>
        </inkml:channelProperties>
      </inkml:inkSource>
      <inkml:timestamp xml:id="ts0" timeString="2023-12-13T07:27:32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1270 1270,'18'0,"-1"0,1 0,17 0,-17 0,-1 0,19 18,-19-1,19-17,-36 18,17-18,-17 18,0-1,0 18,0-17,0 17,-17-17,17 0,-36 17,1-17,0-1,35 18,-35-35,-1 0,1 36,0-36,17 17,0-17,36 0,17 0,18 0,35 0,1 18,-1-18,-18 0,19 0,-19 0,1 0,-36 0,0 0,-17 0,17-18</inkml:trace>
  <inkml:trace contextRef="#ctx0" brushRef="#br0" timeOffset="377.8888">2258 864,'0'0,"-18"53,18 18,-18 17,1 0,17 36,-18-1,18-52,-35 34,35-34,-18 0,18-18,0-18,-17 0,17 0,-18-17,18 0,0-1</inkml:trace>
  <inkml:trace contextRef="#ctx0" brushRef="#br0" timeOffset="674.4402">2328 1693,'18'0,"0"0,-1 0,-17 18,0 0,18-1,17 19,0-36</inkml:trace>
  <inkml:trace contextRef="#ctx0" brushRef="#br0" timeOffset="1010.374">3757 1535,'0'0,"0"35,0 18,0 0,18 17,-18 1,0-18,0 0,0-18,0-17,0-1,0 1</inkml:trace>
  <inkml:trace contextRef="#ctx0" brushRef="#br0" timeOffset="1322.0798">4004 1570,'18'17,"17"19,-17 17,17-36,-18 19,-17-19,18 1,0 17,-1-35,-17 35,0-17,0 17,-17-17,-1 0,-17-1,0 19,-1-19,-17-17,-17 0,35 0</inkml:trace>
  <inkml:trace contextRef="#ctx0" brushRef="#br0" timeOffset="1575.4811">3316 1552,'-18'18,"1"35,17 17,0-34,0 34,0-17,0 0,0-35,17 35,-17-18,36-18,-19 19,36 17,0-18</inkml:trace>
  <inkml:trace contextRef="#ctx0" brushRef="#br0" timeOffset="2502.0827">4710 2699,'0'0,"17"0,-17-53,18-88,52-124,1 53,0 18,17-17,35-1,-17 0,-53 54,17 17,-34 70,-19 36,1-1,0 72,-1 34,19 36,-19-18,1 1,0-19,-1 36,-17-53,18 17,-18-17,0-17,0-19,17-17,1-70,17-19,36-52,-53 71,17-1,-18 1,-17 34,18-17,-18 18,0 70,18 36,-18-36,0 36,17-1,-17-34,18 17,-18-18,0 0,0-17,18-18</inkml:trace>
  <inkml:trace contextRef="#ctx0" brushRef="#br0" timeOffset="5526.0441">9613 1288,'18'0,"17"0,18 17,-35 1,17 17,-17-35,17 0,-35 18,0-1,17-17,-17 18,0 17,0-17,0 0,0 35,0-36,0 1,-17 17,-1 0,-17-17,17-18,1 0,-19 18,19-18,-19 0,1 0,35-18,0 0,-17 1,17-19,0 19,0-1,0 1,0-1,17 0,1 18,-1-17,1 17,0-18,17 18,0-18,1 18,-1-17,18-1,-18 18,-17-18,17 18,0-17,-35-1,18 18,-18-17,0-36</inkml:trace>
  <inkml:trace contextRef="#ctx0" brushRef="#br0" timeOffset="6054.1881">10054 864,'35'18,"18"17,-17-17,-1-18,0 35,-17-35,-18 18,0-1,0 1,0 0,-35-18,35 17,-18 1,0 0,1-18,34 0,1 0,17 0,36 0,-18 0,17 0,1 0,-18 0,-18 0,0 0,-17 0,0 0,-1 0</inkml:trace>
  <inkml:trace contextRef="#ctx0" brushRef="#br0" timeOffset="6323.8147">10795 1058,'18'0,"35"0,-1 18,19 0,-18-1,53-17,-53 0,17 0,-17 18,-35-18,-18 18</inkml:trace>
  <inkml:trace contextRef="#ctx0" brushRef="#br0" timeOffset="6606.6112">10707 1235,'17'0,"36"0,36 0,-1 0,35-18,-35 18,36-18,-54 1,-34 17,-19 0,1 0</inkml:trace>
  <inkml:trace contextRef="#ctx0" brushRef="#br0" timeOffset="6953.7263">11095 882,'0'123,"0"1,0 17,0-18,0 1,0 52,-18-87,18-1,-17 18,-1-54,18-16,-18-1,18-17,-17-18,-1 17,0 1</inkml:trace>
  <inkml:trace contextRef="#ctx0" brushRef="#br0" timeOffset="7183.5242">11007 1482,'0'0,"-18"17,-17 19,17-1,0 18,1-53,-18 35,-1 0,19-35,17 18,-18-18</inkml:trace>
  <inkml:trace contextRef="#ctx0" brushRef="#br0" timeOffset="7446.8133">11130 1499,'71'53,"35"-18,-1 18,-34-17,-1-19,-34 1,-1 0,-17-1,17 1,-35 0,0-1,18-17,-1 18,18-18,54 0</inkml:trace>
  <inkml:trace contextRef="#ctx0" brushRef="#br0" timeOffset="8025.7078">14076 1094,'0'-18,"0"0,-18 1,1-1,-1 0,-17 1,-1 17,1-18,0-17,-18 35,0-18,18 18,-36 0,18 0,0 18,36-1,-19-17,19 36,17-1,0 0,17 18,36 0,0 0,53 35,-53-52,18 16,-19-34,-34 17,17 1,1-19,-19 1,-17 0,0-1,18 1,-18-1,0 1,0 17,0-17,-53 17,18-17,-18 17,35-35,-17 0,17 0,1 0,-19 0,19 0,-19 0,1 0,-18-17,18-1,-18-35,18 18</inkml:trace>
  <inkml:trace contextRef="#ctx0" brushRef="#br0" timeOffset="8783.7191">14093 829,'0'-18,"18"18,17 0,18 0,53 36,18-19,-36 19,-18-19,1 1,-36-1,-17-17,-18 18,0 0,0-1,-35 19,-18-1,17 0,19-17,-1-18,36 0,17 0,0 0,18 18,0-1,-18-17,-35 18</inkml:trace>
  <inkml:trace contextRef="#ctx0" brushRef="#br0" timeOffset="10127.9318">3898 4657,'0'-18,"18"18,-1 0,19 0,52-18,35 18,1-17,-1-19,1 36,-1-17,-52-1,-36 18,-17 0</inkml:trace>
  <inkml:trace contextRef="#ctx0" brushRef="#br0" timeOffset="10576.1264">4568 4339,'-35'53,"0"18,0-36,17 35,18-17,0 18,0-36,0 18,0 0,0-18,0-17,18-18,-1 0,1 0,0 18,17-18,-18 0,1 0,0 0,-1 0,19 0,-19 0,36 0,0 0,18-18,-36-17,71-1</inkml:trace>
  <inkml:trace contextRef="#ctx0" brushRef="#br0" timeOffset="10855.6882">5186 4551,'0'-18,"17"18,1 0,0 0,17 0,18 0,-18 0,18 0,-18 0,-17 0,0 0,-1 0</inkml:trace>
  <inkml:trace contextRef="#ctx0" brushRef="#br0" timeOffset="11274.615">5256 4692,'53'0,"35"35,1-35,34 0,1 0,-54 0,18 0,-70 0,0 0,-1 0</inkml:trace>
  <inkml:trace contextRef="#ctx0" brushRef="#br0" timeOffset="11982.5337">6791 3298,'18'0,"17"89,53-19,-35-17,-18 0,1 0,-19-35,18-1,-17 19,0-19,-18 1,17-18,-17 17,18-17,-18 18,0 0,0-1</inkml:trace>
  <inkml:trace contextRef="#ctx0" brushRef="#br0" timeOffset="12395.3539">7197 3404,'-18'0,"-35"36,-17-19,17 18,-18 1,36-1,-36 0,18 1,0-36,18 0,17 17,1-17,-1 0</inkml:trace>
  <inkml:trace contextRef="#ctx0" brushRef="#br0" timeOffset="12995.9923">6526 3140,'0'-18,"36"18,52 0,18 0,-53 0,17 0,1 0,-36 0,0 0,1 0,-19 0,1 0,-1 0</inkml:trace>
  <inkml:trace contextRef="#ctx0" brushRef="#br0" timeOffset="13511.5638">7567 3563,'0'-18,"35"18,18 0,35 18,-52 0,17-18,0 0,-18 17,-18-17,-17 18,18-18</inkml:trace>
  <inkml:trace contextRef="#ctx0" brushRef="#br0" timeOffset="14389.8222">7955 3969,'18'-18,"-1"-17,19-36,-1 1,0-36,53-53,-17 36,17-36,-17 53,-18 18,-18 17,0 54,-17-19,-18 19,0 70,17 35,-17 0,0-17,0-1,0-17,0-18,0 1,18-1,0-35,17-35,53-71,0 35,-17 18,-18-35,-18 53,0-18,-17 18,0-1,-18 54,0 70,0 0,0 36,0-36,0 0,0-17,0-18,0-18,0-17,0-1,0 1,0 0,17-18</inkml:trace>
  <inkml:trace contextRef="#ctx0" brushRef="#br0" timeOffset="14959.1673">9207 3404,'18'18,"-18"17,18 18,-18 0,17-35,1 35,0-36,-1 1,1-18,0 0,-1 0,36 0,0-18,-18 1,18-19,-35 19,0-19,-18 19,0-19,0 1,0 0,-18 17,0-17,1 35,-1 0,-17 0,-1 18,19-18,-1 17,1-17,-1 0,0 0,1 18</inkml:trace>
  <inkml:trace contextRef="#ctx0" brushRef="#br0" timeOffset="15652.7101">6085 4269,'18'0,"0"0,35 0,-18 0,18 0,35 0,35 0,19 0,105 0,-18 0,53 0,36 0,52 0,53 0,-140 0,-54 0,-18 0,-52 0,-71 0,-35 0,0 0,0 0,-35 0,-1 0,1 0,-36 0</inkml:trace>
  <inkml:trace contextRef="#ctx0" brushRef="#br0" timeOffset="16372.1313">7020 4939,'-17'0,"-1"0,-17 0,-36 0,18-18,-53 18,53 0,-35 0,-35 0,17 18,71 0,-1-1,19 1,17-1,17 1,19 0,34 17,1 36,35-19,-36-16,1-1,35 0,-53 1,-1-1,-52-18,18 1,0-18,-18 18,0-1,-18-17,18 36,-35-19,17 1,1-18,-19 0,1 18,17-18,1 17,-1-17,0 18,-17 0,-18-54,53-52,18 17</inkml:trace>
  <inkml:trace contextRef="#ctx0" brushRef="#br0" timeOffset="16756.5565">7197 4886,'17'35,"19"89,-19-1,36 18,-53-17,18-18,-18-18,0-18,0-17,0 0,0-18,0-17,-18 0,0-1,1-17,34-35,54-106</inkml:trace>
  <inkml:trace contextRef="#ctx0" brushRef="#br0" timeOffset="17140.131">7832 4939,'17'0,"1"0,35 0,0 0,106 0,-18 0,17 0,-17 0,18 0,-71 0,1 0,-54 0,0 0,-17 0,-36 0,1 0</inkml:trace>
  <inkml:trace contextRef="#ctx0" brushRef="#br0" timeOffset="17770.8488">8502 4815,'0'71,"0"-36,18 36,-1-1,1 36,-18-53,17 35,-17-17,0-18,0 0,0-18,0 0,0-17,0 0,0-1,-17-17,-1 0,1 18,-1-18,-53-53,-34-53,52 35,0-17,17 71,1-19,18 1,-1 0,36 35,-1 17,36 54,18 52,-36-17,-17-35,-1-18,1-18,-1 18,-17-18,0-17,0 0,0-1,36-17,52-53,71-35,-18-53</inkml:trace>
  <inkml:trace contextRef="#ctx0" brushRef="#br0" timeOffset="18499.8455">9066 5062,'0'18,"0"0,0 17,0 0,0 18,18 0,0 18,-1-19,-17-16,18 17,-18 0,0-36,0 1,0-71,0-53,0 0,0 53,18 0,-1 18,1-18,-18 36,0-1,17 18,1 18,17 35,-35-1,18 19,0-36,-1 18,-17-18,18 1,-18-1,18 0,-18-17,17-18,-17 18,0-1,0-34</inkml:trace>
  <inkml:trace contextRef="#ctx0" brushRef="#br0" timeOffset="27028.12">3122 5697,'0'0,"18"0,17 0,18 18,53 0,-18 17,71 18,-1-18,54 36,0-36,-1 0,19-35,-19 0,19 0,17-53,17 18,-52-71,-18 36,-18-19,-17-34,0 35,17 0,-52-1,-1 54,-17-18,-18 36,-17-1,-18 18,17 18,18 17,18 35,53 1,53 17,17 18,36-35,34-19,-16-34,-19 35,1-53,-89 0,-17-18,-36 1,-70 17,-35 0,0 0,-18-18,0 0,0 1,17 17,-17-18,18 1,-18-1</inkml:trace>
  <inkml:trace contextRef="#ctx0" brushRef="#br0" timeOffset="28270.5464">3722 6809,'17'70,"19"18,-36 36,17-1,-17 1,0-1,0-35,0 1,0-36,0-18,0 18,0-36,0 1,18-18</inkml:trace>
  <inkml:trace contextRef="#ctx0" brushRef="#br0" timeOffset="28671.5247">3810 7514,'18'0,"-1"0,1 0,17 0,36 0,-1 0,18 0,1 0,-36 0,0 0,17 0,-52 0,-1 0,1 0,0 0,-18-17</inkml:trace>
  <inkml:trace contextRef="#ctx0" brushRef="#br0" timeOffset="28981.5606">4427 7126,'0'18,"18"70,17 71,1-36,-36-52,0 17,0-35,0 0,0 0,0-18,0-17,0-1,0 1</inkml:trace>
  <inkml:trace contextRef="#ctx0" brushRef="#br0" timeOffset="29646.4555">4692 7585,'18'0,"-1"35,1 0,-18 18,17-53,-17 35,18 1,0-36,-1 17,1 1,0 0,-1-18,1 0,17 0,1 0,16 0,-16 0,17-36,-18 1,18-18,-18 36,-35-19,0 19,0-1,-18 0,18 1,-52-1,16-17,1 17,0 1,17-1,0 18,1 0,-1 0,1 0,-1 0,0 0,1 0,17 18,-18-1,0-17,18 18,-17-1,-1-17</inkml:trace>
  <inkml:trace contextRef="#ctx0" brushRef="#br0" timeOffset="30100.1634">5803 7602,'18'0,"-1"0,-17-17</inkml:trace>
  <inkml:trace contextRef="#ctx0" brushRef="#br0" timeOffset="30998.7496">5803 7673,'18'0,"-1"18,1-18,0 17</inkml:trace>
  <inkml:trace contextRef="#ctx0" brushRef="#br0" timeOffset="32366.1056">6914 8396,'0'0,"18"0,0 0,-1 0,-17-18,0-34,0-54,18-18,0-35,-18 18,35-53,-17 53,-1-18,1 36,-1 35,1-18,-18 53,18-17,-1 17,1 17,-18 19,0-1,18 18,-18-18,17 36,19 106,34 34,-35 54,18-89,-17 1,-19-54,1 19,-18-36,18-36,-18 1,0-89,35-52,0 17,18-18,0 1,0-18,0 53,-18 17,-17 18,-18 36,0 34,17 36,1 0,0 0,-18-18,0 18,17 0,-17-35,0 17,18 0,-1-35,-17 18</inkml:trace>
  <inkml:trace contextRef="#ctx0" brushRef="#br0" timeOffset="34208.0834">8996 6967,'-18'0,"1"18,-19 0,1-1,17-17,18 18,-17-18,-1 18,0-18,1 17,-18 1,35-1,-18-17,-17 0,35 36,-18-36,0 17,36-17,-18-17,18 17,17 0,-17 0,-1 0,36 0,-18 0,18 17,-35-17,17 18,0 0,1-1,-1 1,-17-18,-1 18,1-18,-18 17</inkml:trace>
  <inkml:trace contextRef="#ctx0" brushRef="#br0" timeOffset="34960.5513">8643 7514,'18'0,"17"18,0-1,18-17,-18 18,18 0,18-1,-18 1,-18 0,36-1,-36-17,-17 0,-1 0,1 18,-1-18</inkml:trace>
  <inkml:trace contextRef="#ctx0" brushRef="#br0" timeOffset="35843.4026">9525 7902,'0'-17,"0"-142,0 0,71 0,-1-52,1-1,34 18,-16 18,-36 87,-18 19,-17 35,-1 35,-17 52,35 37,-17 69,17-34,1-1,-1 1,-17-36,17-35,-18 17,1-52,0-18,-1 0,19-35,17-71,17 0,-17 36,-35-1,17 1,-17 17,-1 0,-17 17,0 19,0-1,-17 18,17 18,0 17,0 36,0-1,0 1,0-18,17 17,1-17,0-18,-1-17,1 0,-18-1,0 1,0 0,17-1,1-17</inkml:trace>
  <inkml:trace contextRef="#ctx0" brushRef="#br0" timeOffset="36427.9331">11218 7144,'0'17,"0"19,0 17,0-18,0 18,18-36,-18 1,18 0,-1-18,19-18,16-17,-16 17,-19-35,1 18,0-18,-1 35,-17-17,0 0,0 17,-17 1,-1-1,0 18,18 18,-17-18,17 17,-18-17,0 0,1 0,17 18,-18-18,1 0</inkml:trace>
  <inkml:trace contextRef="#ctx0" brushRef="#br0" timeOffset="36935.8274">14376 6544,'35'88,"-17"36,-1-1,1 1,-18-19,0-16,0-1,0-18,0-17,0-17,0 17,0-36,0 1</inkml:trace>
  <inkml:trace contextRef="#ctx0" brushRef="#br0" timeOffset="37258.8542">14676 6985,'0'0,"17"0,1 0,-1 0,1 0,35 0,0-18,17 18,1 0,0-17,-54 17,19 0,-19 0,1-18</inkml:trace>
  <inkml:trace contextRef="#ctx0" brushRef="#br0" timeOffset="37546.9837">15187 6667,'0'18,"18"106,35 52,0 36,-53-54,0-52,0 18,0-36,0 0,0-35,0-18,0-17,0 0,-18-18,18 17,-18-17</inkml:trace>
  <inkml:trace contextRef="#ctx0" brushRef="#br0" timeOffset="37865.5779">15752 7108,'17'18,"1"53,17 17,0 71,-17-71,-18 0,0-17,0-19,0-16,0-1,0-17,-18-18,18 17,-17-17</inkml:trace>
  <inkml:trace contextRef="#ctx0" brushRef="#br0" timeOffset="38162.009">16545 6914,'18'0,"0"0,17 0,-18 0,1 36,17-19,-17-17,0 18,-18 0,17-18,1 17</inkml:trace>
  <inkml:trace contextRef="#ctx0" brushRef="#br0" timeOffset="38530.3933">16563 7073,'18'18,"-1"17,1 0,17-17,-35 0,0-1,18-17,-18 18,17-18</inkml:trace>
  <inkml:trace contextRef="#ctx0" brushRef="#br0" timeOffset="40390.5064">17392 7761,'18'0,"-1"0,1 0,-18-18,17-87,1-19,17-52,1 17,-36 18,0-35,0 17,-18-18,0 19,18 17,0 52,0 36,0 36,0-1,0 0,-17 18,17 36,53-1,17 106,-17-35,0-18,-18-17,-17-1,0 1,-1-18,-17-18,18-35,-18 18,0-1,35-70,36-123,-1 17,-34 36,-1-18,0 70,-35 36,0 0,0 17,0 36,0 17,35 35,-17 1,0-18,-18-18,17 36,1-18,-18-18,18-17,-18 17,17-18,-17 1,18 0,-18-1</inkml:trace>
  <inkml:trace contextRef="#ctx0" brushRef="#br0" timeOffset="41046.0974">19015 6103,'17'-18,"1"18,0 0,-1 0,19 0,34 18,1 17,-36 1,35-19,-17 19,0-19,-17 18,-19-17,1-18,-18 18,0 17,0-17,-35 17,17 0,-17 0,-1-35,-17 36,53-19,-35-17,18 0,-1 18,0-18,-17 18,17-18</inkml:trace>
  <inkml:trace contextRef="#ctx0" brushRef="#br0" timeOffset="41827.0878">20020 7602,'18'0,"-18"-70,53-107,-18-34,18-36,17-18,19-35,-19 0,1 124,-36 35,0 53,-17 35,-18 35,18 18,-18 36,17 52,36 35,-18 36,18 0,-35-18,0-18,-18-35,17-17,-17-18,18-18,-18-17,0-71,35-88,36 17,-36 1,0-36,1 36,-36 34,17 19,-17 35,0 17,0 71,35 35,-17 18,-18-18,18 0,-18-17,17-1,-17-34,0-1,18 0,-18-17,0 0,0-1,18-17,-18 18,0-1,0 1,17-18,19 18</inkml:trace>
  <inkml:trace contextRef="#ctx0" brushRef="#br0" timeOffset="42322.0876">21661 6350,'0'18,"0"17,0 18,0 17,17-34,-17-1,35 0,-35 0,18-35,0 0,-18 18,17 0,19-18,34-18,1-52,-1 17,-17 0,-17 35,-1-17,-18-18,-17 18,-17-1,-1 1,1 17,-19-17,1 0,0 17,17 1,0 17,-17-18,17 0,-17 18,18 0,-1 0,-35-17,-18 17,-17 0</inkml:trace>
  <inkml:trace contextRef="#ctx0" brushRef="#br0" timeOffset="44419.962">10195 3616,'0'0,"0"-18,0 1,0-19,-17-17,-1 36,-17-36,-1 0,1 0,-18-17,18 17,0 0,-1 17,-17 1,18 18,0-19,0 1,-18 0,0-1,0 19,0-1,18 0,-36-17,1 18,-1-19,-35 19,-17-36,-1 35,-34-17,34 0,-17-1,-18 19,0-19,36 19,-53-1,34 0,-122-17,70 18,17 17,1-18,0 18,-1 0,36 0,-18 0,18 0,-35 0,-18 18,53 17,-18-18,18 1,-18 0,36 35,-1-18,18 0,1 36,-19-1,36-17,17 0,1 0,17 0,18 18,-1-1,-17 36,18 17,0 18,0-17,17-1,18-34,0-1,0 0,0-17,0-19,18 19,17 17,35-17,-17-1,53 19,0-19,0 1,17 17,18-18,18 19,0-1,0-18,17 1,-17-1,35 1,-18-18,-17-18,-18-17,18 17,-18-17,18-18,17 0,-17 0,-36-36,54 36,-36-17,18-1,70 1,-53-19,36 1,35 0,-18-1,18 1,-18 0,-17-18,35 0,-35 35,-36-34,-17 16,0-17,-71 18,18 0,-36-36,-17 71,-18-53,1 0,-19 18,-17-18,18 18,-18-18,0-18,0 36,0-35,0 17,0 0,0 17,0-16,-18-1,1 35,-1-17,18-1,-18 36,1-17,17-18,0 17</inkml:trace>
  <inkml:trace contextRef="#ctx0" brushRef="#br0" timeOffset="46771.8528">4039 8678,'-17'0,"-1"0,0 0,1 0,-19 0,19 18,-1 0,1-18,-1 17,18 1,0 17,0-17,0 17,35 0,0 18,1-35,-1 35,18 0,-18 0,18-18,-18 0,1 0,-19-17,-17 17,0-17,0 17,-17 1,-1-1,-17 0,-1-17,1 17,18-35,-19 18,19-1,34-17,-17 18,36 35,-1 53,18 17,-53 1,17 17,-17 18,0-18,-17-18,-1 1,-35 17,36-88,-1 0,0-18,18 0</inkml:trace>
  <inkml:trace contextRef="#ctx0" brushRef="#br0" timeOffset="47297.3865">4745 10019,'17'0,"1"0,0 0,35 0,35 18,53 52,0-52,-35 17,-53-35,-18 18,0-18,-17 0,0 0,-1 0,-17-18</inkml:trace>
  <inkml:trace contextRef="#ctx0" brushRef="#br0" timeOffset="47727.569">5009 9684,'0'0,"0"88,18 35,-18 1,18-1,-1 1,-17-36,0-17,18 17,-18-35,35-18,-17 0,-18 1,18-36,-1 0,1 0,-1 0,19 0,-1 0,0 0,1 0,16 0,1 0,-35 0,88-53,70 17</inkml:trace>
  <inkml:trace contextRef="#ctx0" brushRef="#br0" timeOffset="48071.0554">6227 9966,'17'0,"1"0,35 0,-18 0,53 0,-35 0,18 0,-36 0,0 0,-17 0,-1 0,1 0,0 0,-1 0,1 0</inkml:trace>
  <inkml:trace contextRef="#ctx0" brushRef="#br0" timeOffset="48398.8718">6473 10178,'18'0,"0"0,-1 0,19 0,-1 17,-17-17,17 18,0-18,0 18,-17-18,0 0,-1 0,1 0,53 0,52-18</inkml:trace>
  <inkml:trace contextRef="#ctx0" brushRef="#br0" timeOffset="48866.9063">7885 8943,'0'18,"35"34,53 54,-35 0,35 18,-35-36,-35-53,-1 0,19 1,-36-19,17-17,-17 18,36-36</inkml:trace>
  <inkml:trace contextRef="#ctx0" brushRef="#br0" timeOffset="49153.9821">8361 9155,'0'0,"-18"0,-17 35,-18 18,18-18,17 0,-17-17,0 17,-1 1,19-1,-19-18,19 1,-1-18,0 18,1-18,-1 0</inkml:trace>
  <inkml:trace contextRef="#ctx0" brushRef="#br0" timeOffset="49539.1416">7814 9013,'0'-17,"18"17,52 0,36 0,18 0,-36 17,18 1,-18-18,-18 18,-52-18,17 0,-35 17,0 1</inkml:trace>
  <inkml:trace contextRef="#ctx0" brushRef="#br0" timeOffset="49858.6675">8714 9172,'17'0,"1"0,0 0,17 18,0-1,0 1,1 0,-19-18,1 0,0 0,-1 0,1 0,-1 0,1 0,0 0</inkml:trace>
  <inkml:trace contextRef="#ctx0" brushRef="#br0" timeOffset="50625.0633">9172 9913,'18'0,"-18"-18,0 1,0-71,17-36,54 18,17-52,0-37,36 37,-36 52,18 0,-53 36,-18 34,0 1,-35 17,0 36,0 17,0 18,0 0,0 0,0 0,0 0,0-36,0 1,0 0,0-1,18-17,0 0,35-53,35-35,-18 35,-34 18,-19 0,1 17,-18-17,0 88,0 0,0 0,0 0,0-18,0 18,0-36,0 1,0 0,18-18,-1 17,1-17</inkml:trace>
  <inkml:trace contextRef="#ctx0" brushRef="#br0" timeOffset="51116.0597">10513 9049,'17'35,"-17"18,0-18,0-17,0 17,18-35,0 18,-1-18,19 0,-1 0,35-18,-17-17,-17 0,-1-1,-35 19,0-1,0 0,0 1,0-19,-35 19,17 17,0 0,1 0,-1 0,0 0,1 0,-18 0,17 0,0 0,-17 0,17 17,-17 19,-36-19</inkml:trace>
  <inkml:trace contextRef="#ctx0" brushRef="#br0" timeOffset="51881.248">7302 9878,'18'0,"0"0,-1 0,54 0,17 0,71 17,70-17,1 0,34 0,1 0,35 0,-18 0,18 0,-36 0,-70 0,-70 18,-54 0,-17-18,-18 17,-17-17,0 0,-1 0,-17 18,18-18</inkml:trace>
  <inkml:trace contextRef="#ctx0" brushRef="#br0" timeOffset="52616.0095">7902 10830,'-17'0,"-1"0,18 18,-18-18,1 0,-36 0,-18-18,1 1,17-1,35 18,-17-18,0 18,17 0,-17 0,17 0,18 18,0 0,0-1,0 19,18-1,17-18,18 36,-18-53,36 71,34-36,-34-17,-18 17,-18-17,-17-1,-1-17,-17 18,-17 0,-1-18,1 0,-19 0,-34 17,34 1,1-18,0 0,17 0,18 18</inkml:trace>
  <inkml:trace contextRef="#ctx0" brushRef="#br0" timeOffset="52976.9716">8925 10513,'-17'0,"17"35,-18 18,18 0,0 35,0 36,0 17,0 17,-18-34,-17-1,17 1,18-54,-17-17,17-17,-18-1,18-18,-17 1,17 0,17-36</inkml:trace>
  <inkml:trace contextRef="#ctx0" brushRef="#br0" timeOffset="53321.6506">9578 10795,'18'0,"-1"0,36-18,-18 18,54 0,34 0,36 0,17 0,-35 0,18 0,-71 0,-35 0,-18 0,-52 0</inkml:trace>
  <inkml:trace contextRef="#ctx0" brushRef="#br0" timeOffset="53975.9503">9984 10742,'0'53,"0"18,0-1,0 18,0 0,0-17,0 0,-18-36,18 0,0-17,0-1,-18-17,1 0,-1 18,-17-53,-53-36,-18-35,53 53,18 18,-18 0,17 0,19-1,17 19,17 17,1 17,17 54,1 17,-19-35,-17 0,18-18,-18 18,0-35,17-1,-17 1,0 0,-17-1,52 1,36-18,17-53</inkml:trace>
  <inkml:trace contextRef="#ctx0" brushRef="#br0" timeOffset="54608.2336">10195 10936,'18'35,"-18"-17,18 35,-1 35,-17-17,18-1,-18 1,0-36,0 0,0 1,0-19,0 1,0-71,35-53,0 36,-35-1,18 36,-18-1,0 19,18 52,17 36,-17-36,-1 18,-17-18,18 18,-18-35,0-1,17 1,-34-18,-1 18,53-36,301-211</inkml:trace>
  <inkml:trace contextRef="#ctx0" brushRef="#br0" timeOffset="55406.3662">18644 7214,'0'-17,"18"17,52-18,54 0,17 18,18 0,-18 0,-18 0,-70 0,18 0,-36 0</inkml:trace>
  <inkml:trace contextRef="#ctx0" brushRef="#br0" timeOffset="55806.6262">19103 7320,'0'-18,"35"18,53 18,89-18,17 18,-53-1,-18-17,-34 0,-19 0,-52 0</inkml:trace>
  <inkml:trace contextRef="#ctx0" brushRef="#br0" timeOffset="56962.6676">11412 9842,'0'-17,"18"17,0 0,-1 0,1 0,52 0,54 35,-1-17,1-1,-54-17,1 18,-18-18,-35 18,17-18,-18 0,-17 17,0 1,-35 0,-18 17,-17 0,-1 0,1 1,17-1,0-17,0-1,35 1,18 0,-17-18,-19 0,19 0,-19 0,1 0,17 0,-17 17,18-17</inkml:trace>
  <inkml:trace contextRef="#ctx0" brushRef="#br0" timeOffset="57553.7668">12629 10319,'0'0,"-17"0,-18 17,17 19,-35-36,18 35,-18 0,17 0,-16 1,-1-1,0 0,0-17,18 0,-1 17,19-17,-1-18,36 0,-18-18</inkml:trace>
  <inkml:trace contextRef="#ctx0" brushRef="#br0" timeOffset="58328.0184">13176 9807,'36'0,"-19"0,-17-17,53 17,35 0,36 17,-1-17,1 18,52-1,-88-17,-35 0,-35 0,-1 0,-17 18</inkml:trace>
  <inkml:trace contextRef="#ctx0" brushRef="#br0" timeOffset="58789.8027">13776 9454,'-18'18,"1"17,-19 36,19 35,-19-36,19 18,-1 18,-17 18,35-54,-18-34,18 34,0-17,0-18,0 1,0-1,0-17,0-1,18 1,0-1,-1 1,1-18,17 18,18-18,0 0,0 0,0 0,0-18,-36 0,19-17,-19 0</inkml:trace>
  <inkml:trace contextRef="#ctx0" brushRef="#br0" timeOffset="59548.2764">14023 10178,'0'0,"18"0,-1 0,18 0,18 0,-17 0,-1 0,0 35,-17-17,35 17,0-18,-18 1,-35 0,35 17,-35-17,18-18,-18 17,18 1,-18 0,0-1,0 1,0-1,0 1,0 0,-18-1,-17 1,-1-18,19 0,-1 0,0 18,1-18,-1 0,0-18,1-17,-1-1,18 19,0-1,0 1,0-1,18 18,-1-18,36 18,36 18,-36 0,17-1,-35-17,1 18,17-18,-53 17,35-17,-53 0,1 0</inkml:trace>
  <inkml:trace contextRef="#ctx0" brushRef="#br0" timeOffset="59984.315">15205 9719,'-18'18,"-17"35,17-36,1 36,17 0,-18 18,18-36,0 18,0 17,18-34,17-1,-18 0,19-17,-19 17,1-17,0-18,-1 0,-17 17,18-17,35 0,-18 0,53-17,-35-19,0-16</inkml:trace>
  <inkml:trace contextRef="#ctx0" brushRef="#br0" timeOffset="60601.3667">15646 9807,'0'35,"17"18,1 0,-18-17,0 17,0-1,0-34,0 17,0-17,0 0,-18-18,18-53,18-71,0 54,-1 17,1 0,0 0,-18 35,17 1,1 34,17 36,18 18,-18 17,1-17,-19-36,1 18,-18 0,0-18,17-35,-17 18,0-1,18-17,17 0,54-53,-54 18</inkml:trace>
  <inkml:trace contextRef="#ctx0" brushRef="#br0" timeOffset="60894.4152">16157 10019,'0'-18,"18"18,-1 0,36 0,18 0,17 0,-35 0,18 0,-18 0,-36 0,1 0,-1 0,1 0</inkml:trace>
  <inkml:trace contextRef="#ctx0" brushRef="#br0" timeOffset="61217.5657">16898 9684,'0'35,"0"18,0 17,18 19,-1-19,-17-17,0 18,0-18,0-18,0-17,0-1,0 1,18-106,35 17,-35 1,-18-54</inkml:trace>
  <inkml:trace contextRef="#ctx0" brushRef="#br0" timeOffset="61501.0076">17057 9737,'35'17,"-17"36,35 0,-18 18,-17-1,17 1,-18-1,1-17,0 0,-18-18,0 1,0-19,0 19,-18-19,0 1,1-18,-1 0,1 0,17-88</inkml:trace>
  <inkml:trace contextRef="#ctx0" brushRef="#br0" timeOffset="62165.6623">17903 8625,'0'-17,"18"17,0 17,88 19,-54-1,-16 0,-1-17,-17-18,-18 18,17-1,1-17,-18 18,0-1,18 1,-18 17,0 1,-18-1,0 18,-17 0,17 17,-17 1,0-1,17 1,1 0,17-54,0 18,0 1,17-36,18 17,-17 1,0 0,17-1,0-17,1 0,34 18,1-18,-18 0,-18 0,18 0,-36-18,1 1,-18-19,0 1</inkml:trace>
  <inkml:trace contextRef="#ctx0" brushRef="#br0" timeOffset="62521.3868">18380 9472,'-18'0,"0"18,18-1,0 1,-17 0,17 35,0-1,0 37,17-1,1 18,-18-18,18 0,-1 18,-17-18,18 0,0-17,-1-1,-17 1,18-36,-18 18,18-18,-18-17,0 17,0-17,0 0,0-1,-18-17,0 0,1 0</inkml:trace>
  <inkml:trace contextRef="#ctx0" brushRef="#br0" timeOffset="65180.078">13723 10918,'0'-17,"35"17,18 17,71 1,34 0,142-18,-53 0,53 0,-18 0,18 0,-88 0,-18 0,-18 0,-52 0,-36 0,-35 0,0 0,-36 0,1 0,0 0,-1 0,1 17,17-17,1 0,-1 18,-18-18,1 0,0 0</inkml:trace>
  <inkml:trace contextRef="#ctx0" brushRef="#br0" timeOffset="66875.8979">6368 12559,'17'0,"19"0,-1 0,0 0,18 0,0 0,-18 0,0 0,-17 0,17 0,-17 0,0 0,-1 0,1 0,0 0,-1 0</inkml:trace>
  <inkml:trace contextRef="#ctx0" brushRef="#br0" timeOffset="67289.4497">6350 12753,'18'0,"-1"0,19 0,34 18,18-1,18 18,-18-17,18 0,-71-1,18-17,-17 18,-19-18</inkml:trace>
  <inkml:trace contextRef="#ctx0" brushRef="#br0" timeOffset="68202.7529">7885 12153,'-36'-17,"19"-1,-36 18,17-18,19 1,-36-1,18 0,-18 1,35-1,-17 18,0 0,17 0,0 0,1 0,-1 18,0-18,18 35,0-17,0 17,0 0,0 0,0 1,18-1,17 0,1-17,-1 17,-18 0,36-17,-17 17,-1-17,-17 0,-1-1,-17 1,18-18,-18 35,0-17,0 17,0 18,-35-35,-1 17,1 0,-18 1,-17-1,-1-18,18 1,35-18,18 18,-17-18,-1 0,36 0,-1 0,1-18,0 18,17 18,18 17,0 0,-36 1,1 16,17 1,1 0,-19-17,1 17,-18-1,0-16,0 17,0-18,0 0,-18 0,18-17,-17 0,-1-18,0 0,18 17,-17-17,17 18,53-53,88-53</inkml:trace>
  <inkml:trace contextRef="#ctx0" brushRef="#br0" timeOffset="68595.7608">8237 12823,'0'-17,"18"17,0 0,-1 0,1-18,0 18,34 18,72-1,-36 19,18-19,-53-17,17 18,-17-18,0 18,-17-18,-1 0,-18 0,1 0</inkml:trace>
  <inkml:trace contextRef="#ctx0" brushRef="#br0" timeOffset="69071.1521">8714 12400,'0'18,"0"52,0-17,0 18,0-1,17 1,1-1,-18-34,18 17,17 0,-18-1,19-34,-19 35,-17-35,18-1,0-17,-1 0,1 0,0 18,-1-18,1 0,-1 0,1 0</inkml:trace>
  <inkml:trace contextRef="#ctx0" brushRef="#br0" timeOffset="69555.5129">9860 12524,'53'0,"18"35,-1 18,1-36,-1 19,1-1,-18-17,-18-1,-35 1,18-18,-18 18,0-1,-36 1,-17-1,-17 19,17-19,0 19,0-19,0 1,36-18,-1 18,0-18,18 17</inkml:trace>
  <inkml:trace contextRef="#ctx0" brushRef="#br0" timeOffset="69845.0379">11130 12982,'0'18,"-35"17,0 0,-1 1,1-19,0 36,-18 0,0-18,0 1,-35-1,35-17,18-1,17-17,0 18,1-18,-1 0</inkml:trace>
  <inkml:trace contextRef="#ctx0" brushRef="#br0" timeOffset="70205.1012">11483 12682,'0'0,"18"0,-1 0,1 0,-1 0,89 0,88 0,0 0,-17 0,-19 0,-69 0,-19 0,-52 0,-18 18,-18-18</inkml:trace>
  <inkml:trace contextRef="#ctx0" brushRef="#br0" timeOffset="70508.1013">12206 12312,'0'18,"-18"34,18 54,-17 18,-1-36,-17 18,17-18,-35 18,36-18,17-35,0-35,0-1,0 1,0 0,17-1,1 18,17-17,71 35,0-53,53 0</inkml:trace>
  <inkml:trace contextRef="#ctx0" brushRef="#br0" timeOffset="70991.7808">12753 13141,'0'-18,"-18"36,1 0,17-1,0 19,0-1,0-18,17 1,1-18,-18 18,18-18,-1 0,-17 17,18-17,17 0,0-17,-17-1,-18 0,0-17,0 18,0-1,-18 18,1-18,-1 18,0 0,1 0</inkml:trace>
  <inkml:trace contextRef="#ctx0" brushRef="#br0" timeOffset="71265.5516">13212 13194,'17'35,"-17"0,0-17,18 0,-18-1,0 1,0 0,-18-18,18 17</inkml:trace>
  <inkml:trace contextRef="#ctx0" brushRef="#br0" timeOffset="71696.3505">13388 13017,'0'18,"0"17,0 1,0-1,0-17,0-1,0 1,18-18,-18-18,0 1,0-1,0 0,-18 18,18-17,-18 17,1 0,-1 0,18 17</inkml:trace>
  <inkml:trace contextRef="#ctx0" brushRef="#br0" timeOffset="72008.999">13600 12876,'0'18,"0"35,17-18,-17-17,0 35,0-18,0-17,0-1,0-34,0-19</inkml:trace>
  <inkml:trace contextRef="#ctx0" brushRef="#br0" timeOffset="72283.3065">13705 12982,'0'0,"53"35,-17-35,17 53,-36-17,18 17,-17-36,0 1,-18 0,0-1,0 1,0 17,0 0,-18-17,0-18,1 18,-1-18,18 17,-17-17,-1 0,0 0,1 18,-1-18,0-18,1-17,17-36</inkml:trace>
  <inkml:trace contextRef="#ctx0" brushRef="#br0" timeOffset="72546.7651">13723 12771,'18'0,"17"0,18 0,0 0,0 0,0 0,-36 0,1 0,0 0</inkml:trace>
  <inkml:trace contextRef="#ctx0" brushRef="#br0" timeOffset="73015.77">14517 12382,'-18'0,"18"18,-17 0,-1 35,18 17,0-17,0 18,0-18,0-18,0-17,18 17,-1-35,1 17,-18 1,17-18,1 0,-18 18,18-18</inkml:trace>
  <inkml:trace contextRef="#ctx0" brushRef="#br0" timeOffset="75450.9676">15028 12347,'0'-17,"18"17,0 0,-1 0,19 17,-1 1,0 17,-17-35,-1 18,-17-1,18-17,-18 18,0 0,0-1,-18 19,18-19,-35 19,0-1,0-18,17 19,0-36,1 0,-1 17,36-17,-1 0,1 0,0 0,-1-17,1 17,-1 0,36 0,-17 0,-1 0,-17 0,-18 17,-18-17,0 18,1 0</inkml:trace>
  <inkml:trace contextRef="#ctx0" brushRef="#br0" timeOffset="76008.6207">15575 12171,'-18'35,"1"0,-1 18,1 0,-1-18,0 1,18 17,0-36,0 1,0-36,36 18,-1 0,53 0,-17 0,-1 0,-17 0,-18 0,1 0,-19 0,-17 18,-35-18,35 18</inkml:trace>
  <inkml:trace contextRef="#ctx0" brushRef="#br0" timeOffset="76298.3325">15716 12241,'18'71,"-18"-36,18 36,-18-18,0 0,0-36,0 36,0 0,0-18,0 1,0-19,0 1,0 0,-18-18,18 17,-18-17</inkml:trace>
  <inkml:trace contextRef="#ctx0" brushRef="#br0" timeOffset="76999.8483">15928 12206,'18'0,"-1"0,1 0,17 0,36 53,-1-18,1 1,-36 16,0-34,-17 17,0-17,-18 0,0 17,17-17,-17 17,0 0,0-17,0 17,-17 0,-1-17,18 0,-18-18,1 0,-1 17,0 1,36-71,106-70</inkml:trace>
  <inkml:trace contextRef="#ctx0" brushRef="#br0" timeOffset="77563.7111">16686 11518,'18'0,"17"18,36 17,-36 0,0 1,-17-19,0 1,-1 17,-17 0,18-35,-18 36,0-19,0 19,-18-19,1 19,-1-19,0 1,-17 17,17-17,1-18,-1 17,36-17,-1 0,1 0,0 18,-1-18,1 0,17 0,-17 0,0 0,-1 0,1 0,17-18</inkml:trace>
  <inkml:trace contextRef="#ctx0" brushRef="#br0" timeOffset="77930.88">16916 11977,'0'35,"0"-17,0 52,0 1,17 17,1-17,-18 52,18 1,17-1,-35-35,18 18,-18-53,17 17,-17-34,0-19,0 1,0 0,0-1,-17 1,17 0,-18-18,0 0,1 0,-1 17,0-17</inkml:trace>
  <inkml:trace contextRef="#ctx0" brushRef="#br0" timeOffset="78298.3873">17586 12259,'18'0,"-1"0,1 0,0 0,52 0,-35 18,36-1,-18 1,-18-18,0 0,1 0,-19 0,-17 18</inkml:trace>
  <inkml:trace contextRef="#ctx0" brushRef="#br0" timeOffset="78609.3429">17621 12594,'18'0,"-18"-17,18 17,-1 0,18 0,36 0,17 0,-17 17,-36-17,18 0,-18 18,-52-1</inkml:trace>
  <inkml:trace contextRef="#ctx0" brushRef="#br0" timeOffset="79431.5194">18891 11359,'-17'0,"-19"18,-17 0,0-1,18 1,0-18,0 35,17 1,0-1,18-18,0 1,18 0,0 17,-1 0,1 1,0-1,34-18,-16 19,17-1,-36 0,1-35,0 18,-18 0,0-1,0 1,0 0,-36-1,1 18,-18 1,0-19,-17 19,34-19,19-17,34 0,1 0,17 36,36 52,-36 35,0-17,18 18,-35-1,-18 18,0-17,0 17,0-35,0-54,-18-16,18 17,-17-36,-1-17,0 0,1 18,-1-18,0 0,18-176,0 52</inkml:trace>
  <inkml:trace contextRef="#ctx0" brushRef="#br0" timeOffset="80197.2139">19509 12188,'17'0,"-17"-17,18 17,0 0,-18-18,17 18,1 0,-1 0,54 0,52 35,19 1,-19-19,1-17,-36 0,-35 0,-18 0,-53 18,1-18</inkml:trace>
  <inkml:trace contextRef="#ctx0" brushRef="#br0" timeOffset="80548.6857">19932 11853,'35'89,"-17"-1,-18 35,17-17,1-35,-18-19,18 1,-18 0,0-35,17 17,1-17,-18 0,0-1,18 1,-18-1,17 1,1-18,0 18,-1-18,36-18,-18-17,54-53</inkml:trace>
  <inkml:trace contextRef="#ctx0" brushRef="#br0" timeOffset="81064.3863">20637 11730,'18'0,"0"0,-1 0,19 0,34 0,1 35,17 18,0-18,-53-17,18 0,-17-18,-19 17,-17 1,0 0,-17 17,-1 18,-17-36,-18 36,18-17,-18-1,17 0,19-17,-1-18,18 17,-18-17,18 18</inkml:trace>
  <inkml:trace contextRef="#ctx0" brushRef="#br0" timeOffset="81408.741">21537 12136,'-18'0,"1"35,-1-18,-17 19,0-1,17 0,-35 1,18-19,17 18,0-17,18 0,-17-1,-1-17,1 18,17 0,17-36</inkml:trace>
  <inkml:trace contextRef="#ctx0" brushRef="#br0" timeOffset="81939.7672">22472 11359,'0'18,"0"53,18 52,-18-35,0 53,0-70,0 17,0 0,-18-35,18 18,-18-36,18-17,0 17,0-17,-17-18,17 17,-18-17,18 18,-18-18</inkml:trace>
  <inkml:trace contextRef="#ctx0" brushRef="#br0" timeOffset="82275.4914">22542 12012,'18'-18,"0"18,-1 0,19 36,-1 17,0 0,1-18,-19-18,1 19,-18-19,17-17,1 0,-36 18,18 0,-35-18,35 17</inkml:trace>
  <inkml:trace contextRef="#ctx0" brushRef="#br0" timeOffset="82823.7075">22772 11536,'17'0,"1"0,17 0,36 35,-18-17,17-18,36 35,-71-35,18 0,0 18,-35-18,-18 17,-18-17,1 0,17 18,0 0,0-1,0 36,0-18,0 36,17-18,-17 17,0-34,0-1,0 0,18-17,-18 0,0-1,-18 1,36-106</inkml:trace>
  <inkml:trace contextRef="#ctx0" brushRef="#br0" timeOffset="83133.7725">23566 11395,'0'0,"0"70,17-17,-17 18,0 17,0-18,0 19,0-19,0 18,0-52,0 17,0-18,0-17,0-1,0 1,-17-18,-1 0,0 0,1 0</inkml:trace>
  <inkml:trace contextRef="#ctx0" brushRef="#br0" timeOffset="83872.8768">24077 10936,'0'-18,"35"18,18 18,18 17,-36-17,0 0,-17 17,0-35,-1 0,-17 18,0-1,0 1,0 17,0-17,0 35,-17-18,-19 0,19 1,-1-1,0 0,18-17,0-1,0 1,18-18,0 0,-1 0,-17 18,18-18,17 35,-17-35,17 18,0-18,-35 17,18-17,-18 18,0-1,-18-17,1 0,-1 0</inkml:trace>
  <inkml:trace contextRef="#ctx0" brushRef="#br0" timeOffset="84142.0414">24289 11553,'0'36,"17"34,1 1,0-18,-18 53,17-18,19 35,-19-52,-17-1,18 19,-1-19,-17-35,18 18,-18 0,0-17,0-19,18 18,-1 1,-17-19,18-17,-18 18,0 0</inkml:trace>
  <inkml:trace contextRef="#ctx0" brushRef="#br0" timeOffset="88384.2699">3845 14993,'18'0,"-18"-18,18 18,-1 0,1-17,-1 17,1 0,53 0,-1 0,18 17,-17-17,0 18,-19-18,1 18,-17-18,-19 0</inkml:trace>
  <inkml:trace contextRef="#ctx0" brushRef="#br0" timeOffset="88795.843">4127 14517,'0'17,"0"36,0-17,0 17,0-1,0 37,0-36,0 35,0-18,0 19,0-19,0 1,18-18,17-1,-17-16,17 17,-17-53,-18 17,18 1,-1 0,1-18,17 0,-17 0,52-18,19-35</inkml:trace>
  <inkml:trace contextRef="#ctx0" brushRef="#br0" timeOffset="89079.9793">4904 14958,'17'0,"1"-18,0 18,17 0,18 18,0-18,-18 17,0-17,18 18,-35 0,-1-18,19 17,-19-17,1 0,0 18</inkml:trace>
  <inkml:trace contextRef="#ctx0" brushRef="#br0" timeOffset="89488.5752">4992 15275,'17'0,"36"0,18 0,-1 18,-17 0,-17-18,-1 0,-17 17,-1-17,1 0,-18 18,0-1,35-17,18 0</inkml:trace>
  <inkml:trace contextRef="#ctx0" brushRef="#br0" timeOffset="90198.4279">6315 14517,'17'0,"1"0,17 17,71 72,-18 16,-35-52,-18 0,1 0,-19-53,-17 53,18-35,0-18,-18 17,-18-17,18 18</inkml:trace>
  <inkml:trace contextRef="#ctx0" brushRef="#br0" timeOffset="90510.1536">6667 14534,'-17'0,"17"18,-53 17,0 1,-18-1,19 0,-1-17,-53 52,35-52,1 17,34-35,19 0</inkml:trace>
  <inkml:trace contextRef="#ctx0" brushRef="#br0" timeOffset="90870.206">5980 14287,'35'0,"53"0,124 36,-71-19,18 36,-36-35,-35-18,-52 18,-1-1,-18-17,1 18</inkml:trace>
  <inkml:trace contextRef="#ctx0" brushRef="#br0" timeOffset="91194.1228">7056 14693,'35'0,"18"0,53 18,-1 17,-16-17,16 17,-34-35,-18 18,-18-18,-17 0,-18 17,-18-17,18 18</inkml:trace>
  <inkml:trace contextRef="#ctx0" brushRef="#br0" timeOffset="91971.0719">7849 15187,'18'0,"0"-88,70-36,0-17,18 18,0-36,-1 18,-34-18,-36 53,1 36,-19 35,-17 17,0 0,0 36,18 52,-1-17,-17 0,18-17,-18 16,0 1,0-35,0 17,18-17,17-71,71-35,-36 17,-34 18,-1-17,-17 17,-18 18,0 17,0 36,17 70,1-18,0-17,-18 18,0-18,0-18,0-17,0 17,0 0,0-17,0 0,0-1,0 1,35-1</inkml:trace>
  <inkml:trace contextRef="#ctx0" brushRef="#br0" timeOffset="92416.4387">9119 14464,'18'0,"0"18,-1-1,1 18,-1 1,1-36,0 0,-18 17,17-17,19 0,-1 0,18-17,0-19,-36 19,1-1,-18 1,0-1,0 0,-35 1,17-1,-17 18,0-18,17 1,-17 17,17 0,0 0,18-18,-17 18,-19 0,1 0,-35 35,-71 18,17 35,-70-17</inkml:trace>
  <inkml:trace contextRef="#ctx0" brushRef="#br0" timeOffset="93315.5376">6209 14411,'18'0,"-1"0,36 35,0 18,0-18,-18-17,0 17,-35 1,18-36,0 17,-18 1,0 0,0-1,0 1,0-1,-36 1,36 0,-35-1,18-17,-1 0,-17 36,17-36,0 17,1 1,-1-18,0 0,1 18,-1-18,1 17,-1-17,0 0,18 18,0-1,71 1,52-18</inkml:trace>
  <inkml:trace contextRef="#ctx0" brushRef="#br0" timeOffset="93745.5931">6932 14605,'0'0,"-18"0,-17 0,0 0,17 0,-17 18,0-1,-1 1,19-18,-1 0,18 18,18-1,-18 1,35-1,0 1,-17 0,17-1,1 19,-1-19,-18 1,19 0,17 17,-18-18,-17 1,-1-18,18 18,-35-1,0 1</inkml:trace>
  <inkml:trace contextRef="#ctx0" brushRef="#br0" timeOffset="94366.4114">5927 15187,'17'0,"-17"-18,18 18,0 0,-1 0,124 18,106 0,106-1,106 54,52-18,107-18,-125 36,-87-18,-141-1,-54-34,-122 0,-54-18,-18 0,-17 17,-17-17,-1 0,18 18,-17-18,-1 18,-35 17</inkml:trace>
  <inkml:trace contextRef="#ctx0" brushRef="#br0" timeOffset="95206.2239">7232 15928,'18'0,"-36"0,-17 0,17 0,0-18,-17 1,0-1,0 0,-1 1,-17-1,-17 0,35 18,-1 0,1 0,35 36,18-36,-1 35,-17 0,36-17,-1 0,0 17,0-18,1 19,17-1,-18-17,0-1,-35 1,0 0,0 17,-18 0,-17-17,0-18,17 35,-35-17,18-18,17 17,1 1,-1-18,1 0,-1 0,0 0,1 0,-1 18,0-1,54-52,69 0</inkml:trace>
  <inkml:trace contextRef="#ctx0" brushRef="#br0" timeOffset="95547.0941">7761 15822,'0'35,"0"-17,0 53,0-1,0 18,0-17,-18-1,18-17,0 0,0 0,-17-18,17-17,-18 0,18-1,-17-17,-1 0,18 18,0 0,53-71</inkml:trace>
  <inkml:trace contextRef="#ctx0" brushRef="#br0" timeOffset="95870.7523">7849 15752,'0'0,"18"0,-18-18,35 18,-17 0,-1 0,36 0,36 35,69-17,-34 17,-36-17,0-18,-17 17,-18-17,-18 18,-17-18,-18 18,0-1,-18-17,0 18</inkml:trace>
  <inkml:trace contextRef="#ctx0" brushRef="#br0" timeOffset="96482.1533">8361 15857,'17'0,"1"71,0-1,-18 1,0 17,0-17,0-36,0 36,0-36,0-17,0-1,0 1,-18-18,18 17,-18-17,1 0,17 18,-18-18,-17 0,-18-70,0-1,0 36,18-1,17 19,1-1,-1 18,18-18,0 1,35-1,-17 18,0 0,17 0,18 71,-36-18,19 0,-19 0,1-36,0 18,-18-17,17-18,-17 35,0-17,-17-18,-1 0,18 35,18 1,17-36,35 0,1-36,-18 1</inkml:trace>
  <inkml:trace contextRef="#ctx0" brushRef="#br0" timeOffset="97027.467">8714 16157,'0'0,"17"18,-17-1,0 19,18-19,-18 1,0 17,0-17,0 0,0 17,0-17,0-1,0 1,-18-18,18-53,18-18,0 36,-18 0,17 17,-17 0,18 1,-1 17,1 0,17 35,1 36,-19-36,-17 0,18-17,-18 17,0-17,0-1,-18-17,18 18,-17-18,17 18,0-1,0 1,88-18</inkml:trace>
  <inkml:trace contextRef="#ctx0" brushRef="#br0" timeOffset="104700.0765">10707 15381,'17'0,"-17"-18,53 18,36-17,-19-1,18 18,36-17,-54-1,-17 18,-17-18,-19 18</inkml:trace>
  <inkml:trace contextRef="#ctx0" brushRef="#br0" timeOffset="105069.0889">10883 15505,'35'0,"1"0,17 17,0-17,-18 0,0 0,0 0,-17 0,0 0,-1 0</inkml:trace>
  <inkml:trace contextRef="#ctx0" brushRef="#br0" timeOffset="105396.0257">11836 15081,'0'18,"0"35,-18 17,18 1,-18-1,18 1,-17-18,17 0,-18 0,18-36,0 1,-18 0,18-1</inkml:trace>
  <inkml:trace contextRef="#ctx0" brushRef="#br0" timeOffset="105660.899">11924 15399,'0'0,"70"70,-17 1,-17-18,-1 0,-35-18,35 0,-17-17,-18 0,17 17,-17-18,0 1,18-18,0 0,52-18</inkml:trace>
  <inkml:trace contextRef="#ctx0" brushRef="#br0" timeOffset="106504.2959">12894 15416,'0'-17,"18"17,-1-18,19 0,69-34,-34-19,35 0,-18-17,-53 35,1 0,-19 36,-17-19,0 19,0-1,-17 18,-1-17,-17 17,-1 0,19 0,-36 0,18 17,17-17,-17 35,-1-17,19-18,-1 35,0-17,18 0,0 17,18-17,-18 17,35 0,18 18,0 0,18 0,-18 0,0-18,-18 0,18-17,-36 35,-17-35,18-1,-18 1,0 17,0 0,-18 1,-35-1,1-17,-1-18,17 17,1-17,17 0,1 0,-1 0,1 0,-1 0,-17-35,17-53,18 17,0 54,0-36,0 17,35 19,-17 17,0-18,-18 0,17 18</inkml:trace>
  <inkml:trace contextRef="#ctx0" brushRef="#br0" timeOffset="107225.0922">16439 14570,'36'0,"-19"0,36 0,18 17,-1 19,1-19,-1 19,-17-19,-17-17,-36 35,17-17,-17 17,0 18,0-35,0 35,-35-18,17-17,-35 17,1 0,16-17,-34 0,34-18,1 0,18 0,-19 0,36 17,-17-17,17-53,53-53</inkml:trace>
  <inkml:trace contextRef="#ctx0" brushRef="#br0" timeOffset="107666.7446">17022 14605,'-18'0,"0"35,18 1,0 16,0-34,0 17,0 18,18-17,0-1,17-18,-18 19,19-36,-1 17,0-17,1 18,-19-18,18 0,-17 0,0 0,-1 0,19 0,-36-18,17-17</inkml:trace>
  <inkml:trace contextRef="#ctx0" brushRef="#br0" timeOffset="108122.6286">16563 14252,'18'-17,"34"17,-16 0,34 0,1 0,17 0,-35 0,0 0,0 0,-18 0,-17 0,-1 0,1 0,0 0,-1 17,36-17,0 0</inkml:trace>
  <inkml:trace contextRef="#ctx0" brushRef="#br0" timeOffset="108458.4528">17762 14323,'0'-18,"18"18,35 0,0 0,17 0,1 0,17 0,-53 0,18 0,-35 0,-18 18</inkml:trace>
  <inkml:trace contextRef="#ctx0" brushRef="#br0" timeOffset="108762.2304">17956 14552,'18'0,"0"0,-1 0,19 0,-1 0,-18 18,1-18,0 0,-18 17,17-17,1 0,17 18,18-18</inkml:trace>
  <inkml:trace contextRef="#ctx0" brushRef="#br0" timeOffset="109090.8076">18468 13952,'-18'36,"18"17,0-1,0 37,0-19,0-17,0 0,0 0,0 18,0-54,0 1,0-1,0-52,88-53,-35 0</inkml:trace>
  <inkml:trace contextRef="#ctx0" brushRef="#br0" timeOffset="109551.9323">18697 13952,'18'0,"-1"0,36 0,18 18,0 17,-19-17,-16 17,-19-17,19-18,-19 17,-17 1,0 0,18-1,-18 1,0 0,0-1,0 19,-35-1,-1-18,-17 19,18-19,0 1,17 0,1-18,34 0,1 0,0 0,-1 0,1 0,52 0,-17 0,-17 0,-19 0,1 0,-1 0</inkml:trace>
  <inkml:trace contextRef="#ctx0" brushRef="#br0" timeOffset="110185.0711">19438 13970,'18'18,"35"17,-36-17,1-1,-18 18,18-35,-18 18,0 17,0-17,0 0,0-1,0 1,0 0,-18-1,-17 1,17-1,0 1,1-18,34 0,-17-18,18 18,17 0,-17 0,35 18,-18-18,-17 0,-18 18,17-18,1-18,-18-17,0-18</inkml:trace>
  <inkml:trace contextRef="#ctx0" brushRef="#br0" timeOffset="110461.5769">19720 13935,'18'17,"0"36,-1 18,-17-36,18 18,-18 0,0-18,0 18,0-18,0 1,0-19,-18-17,36-35,105-106</inkml:trace>
  <inkml:trace contextRef="#ctx0" brushRef="#br0" timeOffset="110829.1962">20302 13582,'0'35,"0"18,-17-18,17 18,-18 0,18-17,0 16,-18-16,18-19,0 19,0-1,18-17,-18-1,18 1,-1-18,1 17,17 1,1-18,-1 18,53-18,0 0,18 0,-18 0,0-18,-17 0,-36 1,-17 17,-18-35,18 35,-18-36</inkml:trace>
  <inkml:trace contextRef="#ctx0" brushRef="#br0" timeOffset="111162.1809">20832 13635,'0'53,"0"-18,-18 36,18-18,-18 35,18-35,0-18,0 0,0-17,0 17,-17-17,17-1,0 1</inkml:trace>
  <inkml:trace contextRef="#ctx0" brushRef="#br0" timeOffset="112333.9397">17992 15699,'17'0,"-17"-36,-17-34,-1 17,18 0,-18 0,-17-18,35 36,-18 18,1-1,-1 18,1-18,17 1,-18 17,0 17,18 19,0-1,0 18,0 0,18-36,-18 19,18-19,-1-17,-17 18,35 17,18-17,-17-1,17 1,-18 0,0-1,-17 1,-18 0,-18-1,0-17,-17 36,0-19,17-17,1 0,-1 0,0 0,18 18</inkml:trace>
  <inkml:trace contextRef="#ctx0" brushRef="#br0" timeOffset="112614.143">18574 15381,'17'-18,"36"18,-17-17,34 17,1 0,-36 0,-17 0</inkml:trace>
  <inkml:trace contextRef="#ctx0" brushRef="#br0" timeOffset="112903.6262">18785 15416,'0'0,"18"0,0 0,-1 0,19 0,-19 18,1-18,-36 0,18 18</inkml:trace>
  <inkml:trace contextRef="#ctx0" brushRef="#br0" timeOffset="113546.1352">19121 14940,'52'0,"19"18,-18-1,-18 1,18 0,-18-18,-17 17,0 1,-1 0,-17-1,0 1,18 17,-18 0,0-17,-35 35,17-18,-35 18,0-18,0-17,18 0,17-18,18 17,36-34,87-19,-52 19,17 17,0 0,-17 17,-18 1,-18-18,-35 18,17-1,-17 1,0 17,0 1,-17-1,-18 0,17-17,-17 17,-1-17,1-1,17-17,-17 0,35 18,-35 0,17-18,18-71,124-52,-54 17,54-18</inkml:trace>
  <inkml:trace contextRef="#ctx0" brushRef="#br0" timeOffset="113825.0802">20144 14887,'0'0,"17"53,1 18,0-18,-1 17,-17-17,0-18,0 1,0-19,0 19,0-19,0 1,-17-18,17 17,-18-17</inkml:trace>
  <inkml:trace contextRef="#ctx0" brushRef="#br0" timeOffset="114109.0635">20814 14640,'0'18,"0"35,0-18,0-17,0-1,-18 1,18 0,0-1,0-34,18-36</inkml:trace>
  <inkml:trace contextRef="#ctx0" brushRef="#br0" timeOffset="114328.7812">20920 14676,'35'17,"0"18,-35-17,36 17,-19 1,-17-19,18 1,-18 0,0-1,0 18,0 1,-35-19,35 1,-36 0,1-1,0 1,17-18,-17 18,17-18,1 17,-19-17</inkml:trace>
  <inkml:trace contextRef="#ctx0" brushRef="#br0" timeOffset="114568.1655">20832 14640,'17'0,"-17"-17,18-1,-18 0,35 18,0-17,1-1,-19 18,-17-18,18 18,0 0</inkml:trace>
  <inkml:trace contextRef="#ctx0" brushRef="#br0" timeOffset="115600.67">17992 16898,'17'0,"1"0,-18 18,0-54,35-34,0-18,-17 17,0-35,17 36,-17-18,-1 35,1 17,-18 19,18 17,17 53,-17 0,-1-36,1 36,-18-18,0-17,17 0,-17-1,71-123,35 1,-53 34,17-17,-52 53,0-18,-1 17,-17 19,18 70,17 35,-17-35,-18 0,0 0,0-18,0 0,0 0,0-17,0 0,-18-1,18 19,0-1,35-17,1-18</inkml:trace>
  <inkml:trace contextRef="#ctx0" brushRef="#br0" timeOffset="116013.8934">19103 16351,'18'0,"-1"0,-17 18,0 0,18-1,-18 1,17-18,1 0,-18 17,18-34,-18-1,0 1,0-1,0-17,-18 17,0 0,1 1,17-1,-18 18,1 0</inkml:trace>
  <inkml:trace contextRef="#ctx0" brushRef="#br0" timeOffset="116272.0052">19614 16175,'0'-18,"18"18,0 0,-1 0,36 0,-17 0,16 0,19 18,-36-18,18 0,-18 0,-35 17,18 1</inkml:trace>
  <inkml:trace contextRef="#ctx0" brushRef="#br0" timeOffset="116539.4115">19756 16334,'0'0,"17"0,1 0,-18-18,17 18,1 0,0 18,-1-18,19 17,-1-17</inkml:trace>
  <inkml:trace contextRef="#ctx0" brushRef="#br0" timeOffset="116849.7594">20955 15787,'18'70,"-1"-17,1 0,-18 0,0 0,0 0,0-35,0 34,0-16,-18-1,1-35,-1 18,18-1,-18 1,1 17</inkml:trace>
  <inkml:trace contextRef="#ctx0" brushRef="#br0" timeOffset="117335.8249">21131 15946,'18'0,"0"0,-18-18,35 18,18 18,17-1,1 18,0 1,-71-19,35-17,-35 18,0 0,0-1,-18 19,-17-19,-18 1,35-18,-17 0,0 17,17 1,36-18,-1 0,1 0,35 0,-18 18,36-1,-18 1,-36 0,1-18,0 0,-1 0,1 0,0-18,17-17</inkml:trace>
  <inkml:trace contextRef="#ctx0" brushRef="#br0" timeOffset="117607.5871">22049 15469,'0'0,"17"36,1 16,0 1,-18 18,0-18,0-18,0 53,0-35,0-17,0-19,0 18,0-17,0 0,0-1,0 1,-18-18,0 18,18-1</inkml:trace>
  <inkml:trace contextRef="#ctx0" brushRef="#br0" timeOffset="118084.7684">22490 15699,'17'35,"-17"-17,18 17,-18 0,17-35,-17 18,0-1,18-17,-18 18,35-18,1 0,34-18,1-17,-36 0,0 17,-17-17,-18 17,0 1,-35-19,17 1,0 0,1 35,-1-18,1 18,17-18,-18 18,0 0,1 18,52 35</inkml:trace>
  <inkml:trace contextRef="#ctx0" brushRef="#br0" timeOffset="118359.7773">23372 15522,'0'53,"0"-35,0 17,0-17,0-1,17-17,1 18,-1-18,1 0,35 0,-18 0,-35-35,0 17,0 0,-17 1,-1-19,-53 1</inkml:trace>
  <inkml:trace contextRef="#ctx0" brushRef="#br0" timeOffset="119325.1448">15628 14852,'0'0,"-53"18,18-18,-18 17,-18 1,-17 17,-71 18,-35-18,-17 18,70 0,70-35,1 17,17-35,17 0,36 18</inkml:trace>
  <inkml:trace contextRef="#ctx0" brushRef="#br0" timeOffset="119637.9155">15540 15152,'-35'0,"-18"17,0 1,0 0,-18 17,-17-17,18 17,-1-17,0 17,1-35,35 17,-1-17,19 18,17 0,0-1</inkml:trace>
  <inkml:trace contextRef="#ctx0" brushRef="#br0" timeOffset="120123.8582">14799 14887,'0'0,"-35"0,-1 18,-16-18,-1 35,17 0,-17 18,1 0,52 0,-18-35,18 17,18 0,-1-17,18 0,1-1,-1 1,0 0,36 17,35-18,-53-17,70 18,-35-18,0 0,-17 0,-18 0,-35 0,-36 0</inkml:trace>
  <inkml:trace contextRef="#ctx0" brushRef="#br0" timeOffset="121857.826">5327 17039,'0'53,"0"35,0-17,0 17,-18-17,18-1,-17-17,-1 0,0-35,1 17,17-17,0-1</inkml:trace>
  <inkml:trace contextRef="#ctx0" brushRef="#br0" timeOffset="122160.4201">5733 17568,'0'0,"35"53,0 35,0-17,36 17,-53-53,-1 18,1-17,-18-19,18 1,-18 0,0-1,0 1,0-1,0 1,35 35,35-18</inkml:trace>
  <inkml:trace contextRef="#ctx0" brushRef="#br0" timeOffset="122883.5142">6773 17674,'0'0,"18"-35,0 0,-1-1,1 1,0 17,-1-17,-17 0,0 17,0-17,-17 17,-19-17,36 0,-53-1,36 19,-19-18,1 17,17 0,-34 1,16-1,-17 0,18 18,17 0,-17 0,0 0,0 0,17 0,0 18,1-18,17 35,0-17,17 17,19 18,-1 0,0-35,18 35,35 17,36 36,-18-18,-18-35,-53-18,0 1,1-19,-36 1,17-18,-17 18,0-1,-17 18,-1-17,-17-18,17 0,-17 0,0 0,-1 0,1 0,-18 0,35-18,1 1,-1-18,18-18,0 35,0-17,35-18,1 0,-1 53,0-18,1 1,-19 17,1 0,-1 0,1 0,17 0,1 0,-19-18</inkml:trace>
  <inkml:trace contextRef="#ctx0" brushRef="#br0" timeOffset="123634.5417">7585 17374,'70'18,"89"52,53 19,-54-36,-52-18,-35 0,-54-17,1-18,-18 17,-18 1,-34 0,-19-1,-35 1,18 0,35 17,-18-17,54-1,-1-17,1 0,52 0,18 0</inkml:trace>
  <inkml:trace contextRef="#ctx0" brushRef="#br0" timeOffset="123983.7071">8855 17939,'-53'17,"18"19,-36-36,0 35,18-17,1-1,16 18,1-35,0 18,17-18,0 18,1-18</inkml:trace>
  <inkml:trace contextRef="#ctx0" brushRef="#br0" timeOffset="124795.5726">9137 17198,'0'0,"0"35,18 36,-1 52,1 1,-18-1,0-35,0 36,0-54,0-17,0-17,0-1,0-18,0 1,17-18,-17 18,-17-18</inkml:trace>
  <inkml:trace contextRef="#ctx0" brushRef="#br0" timeOffset="125095.2647">9296 17762,'17'0,"1"0,17 0,18 36,0 34,-18-35,1 1,-19-19,1 19,0-36,-1 17,-17 1,-17-18,-1 0</inkml:trace>
  <inkml:trace contextRef="#ctx0" brushRef="#br0" timeOffset="125656.0959">9754 17145,'0'0,"53"18,0 17,18-17,52 17,-88-18,71 1,-18 0,1-1,-54-17,0 0,-35 18,-17 0,-19-1,1-17,0 36,17-1,0 0,18 36,0-1,18 18,-18-17,18-18,-1-18,1 0,-18-17,0 0,18-18,-18 17,0 1,-18-18,0 18,36-18,53-36,34-34,-16-36,-54 0</inkml:trace>
  <inkml:trace contextRef="#ctx0" brushRef="#br0" timeOffset="126045.733">10760 17145,'0'0,"0"71,0 17,0-35,0 35,0 0,0-17,0-18,0-1,0-16,0-19,0 1</inkml:trace>
  <inkml:trace contextRef="#ctx0" brushRef="#br0" timeOffset="128040.415">18274 13247,'0'17,"35"19,0 17,18 0,18-1,35 1,0 18,-36-53,-35-1,36 1,-18-18,17 0,-34-18,34 1,36-19,-35-34,17 17,0 0,18-35,0 17,0 18,-1-17,1 17,-18 17,-17 19,-18-1,0 18,-36 0,19 0,-19 0,1 0,35 35,17 18,1-17,35 34,0-17,0 18,-18-36,18 0,-1-17,-52 0,53-1,-35-17,17 0,-35 0,17 0,19 0,-19-17,1 17,34-18,1 0,18 1,17 17,18-18,-36 0,1-17,-36 35,-53 0,-17 0,-1 0,1 0,-18 18,-18-18,18-18</inkml:trace>
  <inkml:trace contextRef="#ctx0" brushRef="#br0" timeOffset="132946.6518">14693 17410,'18'0,"-1"0,1-18,17 18,1 0,87 0,-17 0,17 0,36 35,-35-35,-36 0,-18 0,-52 0,-18 18,18-18</inkml:trace>
  <inkml:trace contextRef="#ctx0" brushRef="#br0" timeOffset="133360.8818">15205 17092,'0'35,"35"36,-17 17,-1 18,19-18,-19 36,-17-19,18-16,-1-19,1 1,-18-18,18-18,-18 0,0-17,0-1,-18-17,0 0,1 0,-54-17,1-36</inkml:trace>
  <inkml:trace contextRef="#ctx0" brushRef="#br0" timeOffset="133594.1569">14940 17780,'18'0,"17"-18,-17 18,17 0,0 0,1 0,16 0,-16 0,-1 0,0 0,18 18,-35-18,-1 18,1-18,0 0,17-18,0 0</inkml:trace>
  <inkml:trace contextRef="#ctx0" brushRef="#br0" timeOffset="133843.9259">15610 17251,'18'0,"0"0,17 0,53 17,18-17,-18 18,36 0,-1-18,1 0,-1 17,-70-17,-35 18</inkml:trace>
  <inkml:trace contextRef="#ctx0" brushRef="#br0" timeOffset="134212.4815">15910 17462,'36'71,"-1"17,0 53,-17-70,-18-36,17 36,-17-36,18 0,-18 1,0-19,18-17,17 0,-17 0,17 0,35 18,1-18,-36 17,53-17,-35 18,18-18,-53 0,-1 0,1 0,-18 18,-18-18</inkml:trace>
  <inkml:trace contextRef="#ctx0" brushRef="#br0" timeOffset="134697.3538">16140 17604,'17'0,"1"0,35 0,35 0,35 0,1 0,-1 0,-70 0,18 0,-54 17,1-17,-71 36,-35-19,-71 36,18-35,18-1,-1 1,54-18,52 0,53 0,-17 0,35 0,17 0,54 0,-1 35,-70-17,18-18,-1 0,-17 0,-35 18,17-1,0 1,-17-18,35 17,-18-17</inkml:trace>
  <inkml:trace contextRef="#ctx0" brushRef="#br0" timeOffset="134985.6363">17427 17410,'0'0,"18"70,-18-17,0 35,0-17,0 17,0-17,0-19,0-16,-35-1,35-17,-18-18,18 17,-18 1,1 0</inkml:trace>
  <inkml:trace contextRef="#ctx0" brushRef="#br0" timeOffset="135203.2613">17321 17604,'18'0,"0"0,-1 0,19 0,34 0,54 0,-36 17,0-17,-17 0,-1 0,-35 0,1 18</inkml:trace>
  <inkml:trace contextRef="#ctx0" brushRef="#br0" timeOffset="135462.9822">17903 17410,'0'0,"18"88,0-18,-1 19,-17-1,18-18,-18-17,0 18,0-54,0 19,0-19,0 1,35 0</inkml:trace>
  <inkml:trace contextRef="#ctx0" brushRef="#br0" timeOffset="135792.4803">18662 17851,'-18'0,"1"17,17 1,-18-1,0 19,18-1,0-17,0 35,0-18,18-18,0 1,17-18,-17 0,17 0,0 0,18-18,0 1,-35-18,-1 35,-17-36</inkml:trace>
  <inkml:trace contextRef="#ctx0" brushRef="#br0" timeOffset="135987.8735">18750 17833,'-18'0,"1"0,-1 0,1 0,17 18,-18-18,18 17,0 1</inkml:trace>
  <inkml:trace contextRef="#ctx0" brushRef="#br0" timeOffset="136313.795">19756 17462,'17'0,"1"0,17 0,71 0,70 0,36 0,0 0,-18 0,-36 0,-69 0,-36 0,-36 0</inkml:trace>
  <inkml:trace contextRef="#ctx0" brushRef="#br0" timeOffset="136774.7998">20708 17127,'18'18,"35"70,17 18,1 35,-36-17,-17-1,35 1,-53-36,17 18,-17-54,0 1,0-35,0 0,0-1,-17-17,-1 0,18 18,-18-18,1 0,-1 0,0 0,-17-18,-35-52,17 17,53 0,0 18,0 17,0-35,0 35,17 1,1-18,17-1,-35 19,35-19,18 1,-35 17,17 1,18-1,0-17,18 0</inkml:trace>
  <inkml:trace contextRef="#ctx0" brushRef="#br0" timeOffset="137008.0375">21202 17145,'35'0,"-17"0,35 35,0 18,0-18,-18 1,-17-19,17 1,-18 17,19-17,-19 17</inkml:trace>
  <inkml:trace contextRef="#ctx0" brushRef="#br0" timeOffset="137454.2417">21484 17586,'0'35,"-17"18,-1 0,0 0,18 0,0-35,-17 34,17-34,0 0,0-1,-18-17,0 0</inkml:trace>
  <inkml:trace contextRef="#ctx0" brushRef="#br0" timeOffset="137747.1087">21519 17586,'0'0,"-17"18,-1 17,-17 18,0 17,-1-17,1 0,0-18,17-17,0 0,18-1,-17-17,52-35,106-53,-17 0</inkml:trace>
  <inkml:trace contextRef="#ctx0" brushRef="#br0" timeOffset="138033.0912">22102 16845,'0'0,"17"53,18 18,18 17,-35-18,17 1,-35-1,18-17,-18-17,0 17,0-1,0-16,0-19,0 1,-18 0,1-18,17-36</inkml:trace>
  <inkml:trace contextRef="#ctx0" brushRef="#br0" timeOffset="138275.2012">22207 17268,'0'-17,"18"17,0 0,17 0,35 0,36 0,-18 0,-17 0,0 0,-54 0,1 0,0 0,-18-18,0 1</inkml:trace>
  <inkml:trace contextRef="#ctx0" brushRef="#br0" timeOffset="138532.4926">22701 16969,'0'0,"18"88,17-18,-17 19,17-19,-35-17,18 0,-1-18,-17 0,18-17,-18 0,18-18,52 0</inkml:trace>
  <inkml:trace contextRef="#ctx0" brushRef="#br0" timeOffset="138880.6317">23513 17022,'0'35,"17"0,1 18,-18 0,0-18,18 18,-18 0,17 0,1-18,-18 0,0-17,0 0,0-1,17-17,-17 18</inkml:trace>
  <inkml:trace contextRef="#ctx0" brushRef="#br0" timeOffset="149988.0562">16792 2099,'35'0,"-17"0,0-18,35 18,17 0,18 18,36 17,-18 1,-53-19,0-17,-1 18,-34-1,-18 1,-18 0,1-1,-1 19,-17-19,0-17,35 18,-36-18,19 0,17 18,-18-18,0 0,1 0,-1 0,1 17,34 1,36 17,-18-17,1-1,17 1,-18-18,-18 0,36 18,-35-18,0 0,-1 0</inkml:trace>
  <inkml:trace contextRef="#ctx0" brushRef="#br0" timeOffset="150497.5088">17392 1940,'18'18,"34"0,1 34,0-16,-35-19,17 1,1 17,-19 1,1-19,-1 1,1 17,-18 18,18-35,-1 17,-17 18,0-35,0 17,0 0,-17-17,17 35,-18-36,18 1,-18 17,1-17,-1-1,1 1,-19 0,19-18,-1 17,0-17,-17 0</inkml:trace>
  <inkml:trace contextRef="#ctx0" brushRef="#br0" timeOffset="150850.3498">16263 1940,'0'36,"-35"16,17 37,0 34,-17 1,35-19,18 37,-1-72,36 1,-17-18,-1-1,0-16,1 17,34-18,1 0,-18 1,17-19,18 1,36-1,-1-17,1 0,34-52</inkml:trace>
  <inkml:trace contextRef="#ctx0" brushRef="#br0" timeOffset="151291.4214">19015 1023,'17'0,"1"18,17-1,18 1,-35 0,17-1,-17 1,-1-18,-17 18,18-18,0 17,-18 1,0-1</inkml:trace>
  <inkml:trace contextRef="#ctx0" brushRef="#br0" timeOffset="151981.2195">18909 1358,'18'0,"-1"18,1-18,-18 17,17-17,1 18,35-18,-35 0,17 18,-17-18,-1 0,1 17,-18 1,0 35,-18 0,-17 17,17-34,-35 52,-35-18,35 1,0-53,18 17,35-17,-18-18,36 0,17-18,18 0,35-35,1 36,34-1,-35 0,-17 18,17 0,-70 18,17-18,-35 18,18-18,-1 0,-17 17,0 1,0 0,-17-1,-1 19,-35 16,0-16,-35 17,35 17,-53 18,0 18</inkml:trace>
  <inkml:trace contextRef="#ctx0" brushRef="#br0" timeOffset="152356.4456">18627 2417,'17'0,"1"0,0 0,34-18,19 18,17 0,36-18,-1 1,-17 17,17-36,-52 19,-18 17,-18 0,-52 0,-1 0</inkml:trace>
  <inkml:trace contextRef="#ctx0" brushRef="#br0" timeOffset="152678.1049">18979 2240,'0'53,"0"-18,0 18,0 18,0-18,0 17,-17 18,-1-35,18 0,0-35,0 0,0-1,-17 1,-1-18,18 17,0-69,35-72,-17 1,17-1</inkml:trace>
  <inkml:trace contextRef="#ctx0" brushRef="#br0" timeOffset="152991.0345">19068 2170,'0'17,"35"71,-17-17,-18 52,17-34,1 16,-18-16,0-1,0 0,0-17,0-18,0-36,0 18,0-17,0 0,0-1,0-87,35-71,18-36,-35-34</inkml:trace>
  <inkml:trace contextRef="#ctx0" brushRef="#br0" timeOffset="153240.7889">19438 1464,'35'35,"1"36,17 17,-18-53,-18 18,19 0,-19-18,1 1,0-1,-18-17,0-1,0 1,0-53</inkml:trace>
  <inkml:trace contextRef="#ctx0" brushRef="#br0" timeOffset="153535.5258">19861 1217,'18'-18,"17"18,1 0,16 0,37 0,69 18,-16-18,34 0,18 0,-106-53,0 53,-35 0,-17-17,-19 17</inkml:trace>
  <inkml:trace contextRef="#ctx0" brushRef="#br0" timeOffset="153777.5697">20849 882,'-17'35,"-1"18,-17 18,-18-1,17 1,-17-18,1 0,-19 0,18-1,-53 19,36-36,-18 18,35-35,0-1,17 1,19-18</inkml:trace>
  <inkml:trace contextRef="#ctx0" brushRef="#br0" timeOffset="154100.0954">20179 1411,'18'35,"-1"18,1 18,-18-1,35 72,-35-54,0 35,0-70,0 35,0-17,0-18,0 0,-18-36,18 19,0-19,-17-17,-1 0,18 18,0-36,0-123,71-71,-36 54</inkml:trace>
  <inkml:trace contextRef="#ctx0" brushRef="#br0" timeOffset="154549.1353">20320 1446,'18'0,"-1"0,1 0,0 0,34 0,1 18,0 0,0-1,-18 1,18-18,-53 18,0-1,18 1,-18-1,0 19,0-1,18 18,-18 0,17 17,1-34,0 34,-18-17,17 0,-17-18,0 1,18-1,-18-17,0-1,0 1,0-1,-18-17,18 18,-17-18</inkml:trace>
  <inkml:trace contextRef="#ctx0" brushRef="#br0" timeOffset="154910.4927">20320 1623,'18'0,"-1"0,1 0,0 0,-1 0,1 0,17 0,-17 17,-1 1,1-18,-18 18,18-18,-18 17,0 1,0 0</inkml:trace>
  <inkml:trace contextRef="#ctx0" brushRef="#br0" timeOffset="155176.6953">20426 1782,'17'0,"1"0,0 17,-1-17,-17 18,18-18,0 0,-1 0,-17 17,0 1</inkml:trace>
  <inkml:trace contextRef="#ctx0" brushRef="#br0" timeOffset="155457.9636">20373 1976,'18'0,"17"0,-18 0,1 17,0-17,17 18,0-18,-35 17,0 1,0 17</inkml:trace>
  <inkml:trace contextRef="#ctx0" brushRef="#br0" timeOffset="155944.3477">19579 2469,'18'0,"-1"-17,19 17,-1 0,53 0,71 0,53 0,-18 0,-18 0,-53 0,-52 0,-53 0,-18-18,0 36,-53 35,-18 17,-17-17,17 0,19 0,-54 18,70-71,-52 70,53-52,-18-1,18 19,17-36,18 17,0 1,18-18</inkml:trace>
  <inkml:trace contextRef="#ctx0" brushRef="#br0" timeOffset="156286.672">20496 2646,'0'-18,"18"18,0 0,-1 0,1 0,35 35,0 18,-18-17,-17-19,17 19,0-19,-17 18,0-17,-1 0,1-1,-18 1,17-18,1 0</inkml:trace>
  <inkml:trace contextRef="#ctx0" brushRef="#br0" timeOffset="167002.7262">21414 1270,'0'18,"0"52,0 18,35 36,-35-36,0 18,-35-18,17 18,0-53,-17 35,17-70,18 35,-17-18,-1-35,18 17,18-17</inkml:trace>
  <inkml:trace contextRef="#ctx0" brushRef="#br0" timeOffset="167321.8415">21361 1782,'35'0,"0"0,1-18,-19 18,18 0,-17 0,0 0,17 0,-17 0,17 0,-17 0,-1 0</inkml:trace>
  <inkml:trace contextRef="#ctx0" brushRef="#br0" timeOffset="167619.5271">21467 2064,'17'0,"1"0,-1 0,1 0,0 0,17 0,18 0,-35 0,-1 0,18 0,1 0,-19 0,19 17,-36 1</inkml:trace>
  <inkml:trace contextRef="#ctx0" brushRef="#br0" timeOffset="167868.3717">21431 2417,'18'0,"0"0,17 0,-18 0,1 0,17 0,1 0,17 0,-1 0,1 0,-17-18,34 18,-17 0,-35 0,-1 0</inkml:trace>
  <inkml:trace contextRef="#ctx0" brushRef="#br0" timeOffset="168163.9095">21819 2364,'0'17,"0"36,0 71,0-1,0 1,0-72,0 1,0-17,0 17,0-71,18-123,35-18,17-17,1-36,0 18</inkml:trace>
  <inkml:trace contextRef="#ctx0" brushRef="#br0" timeOffset="168399.7873">22225 1358,'18'0,"-1"0,19 0,-1 0,18 0,-18 0,0 18,18-1,-18-17,1 0,17 0,-18 0,0-17,-17 17</inkml:trace>
  <inkml:trace contextRef="#ctx0" brushRef="#br0" timeOffset="168636.2803">22331 1270,'0'53,"35"17,-35-17,18 0,-1-17,-17-19,0 1,0-1,0 1,18-18,17-70</inkml:trace>
  <inkml:trace contextRef="#ctx0" brushRef="#br0" timeOffset="168848.6693">22631 1147,'0'17,"17"36,1 0,17 35,-17-35,-18 18,0-36,0 18,-18 0,1-18,-36 18,0 0,-18-18,1 0,-1-35,1 0</inkml:trace>
  <inkml:trace contextRef="#ctx0" brushRef="#br0" timeOffset="169063.4682">22119 1676,'18'-18,"-1"18,1 0,0 0,17 18,36-1,-19 1,54-18,-18 18,1-18,-1 0,18 0,-18 0,0 0,-70 0,-1 0</inkml:trace>
  <inkml:trace contextRef="#ctx0" brushRef="#br0" timeOffset="169315.643">22490 1870,'17'123,"-17"1,0 17,0-18,0-35,0-17,0-18,0-35,0-1,0 1,0-53,18-71,52-18</inkml:trace>
  <inkml:trace contextRef="#ctx0" brushRef="#br0" timeOffset="169602.0355">22701 1870,'0'0,"18"35,70 53,-35 18,-35 0,-1-18,1-17,-18 17,0-18,-35 1,-1-1,-17-34,18-1,0-17,0-18,17 0,-17 0,17 0,18-18,-35-17,17-53,18-1,0-16,0-19,18 1,52-1,1 1,-18 17,0 18</inkml:trace>
  <inkml:trace contextRef="#ctx0" brushRef="#br0" timeOffset="169792.5696">23036 1341,'18'0,"0"0,35 17,-53 1,35-1,-18 1,-17 0,53 17,-17-17</inkml:trace>
  <inkml:trace contextRef="#ctx0" brushRef="#br0" timeOffset="170041.3659">23372 1923,'17'53,"1"-1,-1-16,1-1,0-35,-18 18,17-18,-34 0,17 17,-18-17,18-35,88-106,-17 17,-18 19,-18-19,18-35,-53-17,0 53</inkml:trace>
  <inkml:trace contextRef="#ctx0" brushRef="#br0" timeOffset="170478.3297">23742 1094,'35'35,"-17"18,17-18,-35 0,18-17,-18 0,0-1,0 1,-18-18,36-18,-18-17,0 0,0-18,0 35,0 1,17 17,1 0,0 17,-1 18,1 1,-18-19,0 19,0-1,0-17,-18-1,18 1,0-1,-17 1,-1-18,0 71,-70-1,-18 1</inkml:trace>
  <inkml:trace contextRef="#ctx0" brushRef="#br0" timeOffset="172840.0258">19826 3845,'-18'0,"1"36,-18-1,17 0,0 18,1 0,17-35,0 17,0 0,17-35,1 0,17 0,-17 0,17-35,0 0,18-1,-35 19,35-19,-18 1,-17-18,17 18,-35 17,0-17,0-18,-18 35,1-17,-19 0,19 0,-1 35,1 0,-1 0,18 17,0 1</inkml:trace>
  <inkml:trace contextRef="#ctx0" brushRef="#br0" timeOffset="173167.9672">20373 3881,'0'17,"0"18,0 1,0-1,0 0,0-17,0 0,0-1,0 1,18-18,17 0</inkml:trace>
  <inkml:trace contextRef="#ctx0" brushRef="#br0" timeOffset="173681.8232">20832 3757,'0'0,"-18"0,0 53,1 0,17-35,-18 34,18 1,0-17,0-1,0 0,18-35,-1 18,1-18,0 0,-1 0,36 0,-18-35,1 17,17-17,-1-18,-34 17,-18 19,0-1,0 1,0-1,-18 18,18-18,-35 18,18-17,-1 17,0 0,1 0,-1 0,-17 0,35 17,0 1</inkml:trace>
  <inkml:trace contextRef="#ctx0" brushRef="#br0" timeOffset="174292.8002">21625 3634,'0'0,"0"17,-17 19,17 16,-18 1,18-17,0 17,-18-18,18-18,-17 19,17-19,-18-17,18-35,0 17,0-17,0 18,35 17,-17-18,0 18,-1 0,1 0,0 18,34 17,19 35,-18 19,0-54,-18 18,0 0,-17-18,0-17,-18 17,0-17,0-1,0 1,-18-1,0 1,1 0,-19-1,1 1,0 0,17-18,1 0,-1 0,0 0,1 0,-1 0,0-18,1-53,17-52</inkml:trace>
  <inkml:trace contextRef="#ctx0" brushRef="#br0" timeOffset="174580.068">21837 3528,'18'0,"34"0,1 17,-17 1,17-18,-18 18,0-1,0-17,-35 18</inkml:trace>
  <inkml:trace contextRef="#ctx0" brushRef="#br0" timeOffset="176472.7735">18697 4727,'18'18,"17"-1,0 19,36-1,-18-17,35 17,0 0,53 1,53 16,71 1,-36-35,71 35,0-35,70 34,-70-16,-70-36,-1 0,-17 0,-71 0,-18 0,-35 0,-17-18,-1 0,-17 1,0-18,-17-1,16 1,1-18,0-17,36-72,-1 19,35-36,1-35,-36 71,18-18,-18-1,0 19,-17 17,-18 36,-18-36,0 35,-17 1,17-1,18-35,-53 36,53-1,-53 18,35 18,-17-18,-18 0,35 0,-35 18,18-36,-1 1,1-1,0 1,-1 17,1-53,0 53,-18-35,0 35,0 0,0-35,0 17,0-17,0 35,0-35,0 17,0 1,0-1,0 36,-18-36,0 19,1-19,-19 18,19 0,-19 0,19 0,-19 0,1-17,-18 17,18 0,-36 0,19-17,-37 17,19-18,-1 18,-35 0,-17 0,-18 0,17 0,1 18,17 18,-17-1,34-17,-16 17,-19 0,18 18,-17-17,-36-1,18 18,-35 0,-71 0,53 0,17 0,18 0,18 0,-17 0,52 0,-18 0,1 0,-1 0,36 0,0 0,-36 18,19-1,16 19,19-19,-36 36,35-35,-34 35,34-18,-52 36,17-36,0 35,-18-17,54 18,-1-36,-17 18,18 0,-1 0,-17 35,35-17,0 17,-18-18,19 36,-19 0,18-18,-17 53,34-17,-17-1,18 1,17 70,18-88,0 17,0 1,18-1,-18 1,35-1,-17 1,35-1,-35-17,17 17,35-17,-17 0,18 0,-1 17,1-52,35 52,-18-17,18-35,-18 17,35 0,-17 0,0-35,0 18,0-18,17 17,1-35,-1 18,18-17,-17-19,-1 36,-52-35,-36-18,0 0,-17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330120" y="291960"/>
              <a:ext cx="8344440" cy="50994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760" y="282600"/>
                <a:ext cx="8363160" cy="511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19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882720" y="209520"/>
              <a:ext cx="7436160" cy="23688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360" y="200160"/>
                <a:ext cx="7454880" cy="23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178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571320" y="482760"/>
              <a:ext cx="6464880" cy="44136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960" y="473400"/>
                <a:ext cx="6483600" cy="443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806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047600" y="673200"/>
              <a:ext cx="851400" cy="5274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8240" y="663840"/>
                <a:ext cx="870120" cy="5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66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806400" y="450720"/>
              <a:ext cx="6134400" cy="38106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040" y="441360"/>
                <a:ext cx="6153120" cy="382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286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739880" y="1359000"/>
              <a:ext cx="781560" cy="64152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0520" y="1349640"/>
                <a:ext cx="800280" cy="66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599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352520" y="324000"/>
              <a:ext cx="6928200" cy="50166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3160" y="314640"/>
                <a:ext cx="6946920" cy="503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722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917720" y="539640"/>
              <a:ext cx="5073840" cy="21657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8360" y="530280"/>
                <a:ext cx="5092560" cy="21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316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946080" y="565200"/>
              <a:ext cx="6439320" cy="50868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6720" y="555840"/>
                <a:ext cx="6458040" cy="510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500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设𝑋</a:t>
            </a:r>
            <a:r>
              <a:rPr lang="en-US" altLang="zh-CN" dirty="0"/>
              <a:t>~</a:t>
            </a:r>
            <a:r>
              <a:rPr lang="zh-CN" altLang="en-US" dirty="0"/>
              <a:t>𝑁</a:t>
            </a:r>
            <a:r>
              <a:rPr lang="en-US" altLang="zh-CN" dirty="0"/>
              <a:t>(1, 2) </a:t>
            </a:r>
            <a:r>
              <a:rPr lang="zh-CN" altLang="en-US" dirty="0"/>
              <a:t>𝑌</a:t>
            </a:r>
            <a:r>
              <a:rPr lang="en-US" altLang="zh-CN" dirty="0"/>
              <a:t>~</a:t>
            </a:r>
            <a:r>
              <a:rPr lang="zh-CN" altLang="en-US" dirty="0"/>
              <a:t>𝑁</a:t>
            </a:r>
            <a:r>
              <a:rPr lang="en-US" altLang="zh-CN" dirty="0"/>
              <a:t>(−2, 3) </a:t>
            </a:r>
            <a:r>
              <a:rPr lang="zh-CN" altLang="en-US" dirty="0"/>
              <a:t>且𝑋与𝑌相互独立 则𝑋 − 𝑌</a:t>
            </a:r>
            <a:r>
              <a:rPr lang="en-US" altLang="zh-CN" dirty="0"/>
              <a:t>~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692280" y="203040"/>
              <a:ext cx="8255160" cy="557568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920" y="193680"/>
                <a:ext cx="8273880" cy="55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234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设随机变量</a:t>
            </a:r>
            <a:r>
              <a:rPr lang="en-US" altLang="zh-CN" dirty="0"/>
              <a:t>(</a:t>
            </a:r>
            <a:r>
              <a:rPr lang="zh-CN" altLang="en-US" dirty="0"/>
              <a:t>𝑋</a:t>
            </a:r>
            <a:r>
              <a:rPr lang="en-US" altLang="zh-CN" dirty="0"/>
              <a:t>, </a:t>
            </a:r>
            <a:r>
              <a:rPr lang="zh-CN" altLang="en-US" dirty="0"/>
              <a:t>𝑌</a:t>
            </a:r>
            <a:r>
              <a:rPr lang="en-US" altLang="zh-CN" dirty="0"/>
              <a:t>)</a:t>
            </a:r>
            <a:r>
              <a:rPr lang="zh-CN" altLang="en-US" dirty="0"/>
              <a:t>具有𝐷</a:t>
            </a:r>
            <a:r>
              <a:rPr lang="en-US" altLang="zh-CN" dirty="0"/>
              <a:t>(</a:t>
            </a:r>
            <a:r>
              <a:rPr lang="zh-CN" altLang="en-US" dirty="0"/>
              <a:t>𝑋</a:t>
            </a:r>
            <a:r>
              <a:rPr lang="en-US" altLang="zh-CN" dirty="0"/>
              <a:t>) = 9, </a:t>
            </a:r>
            <a:r>
              <a:rPr lang="zh-CN" altLang="en-US" dirty="0"/>
              <a:t>𝐷</a:t>
            </a:r>
            <a:r>
              <a:rPr lang="en-US" altLang="zh-CN" dirty="0"/>
              <a:t>(</a:t>
            </a:r>
            <a:r>
              <a:rPr lang="zh-CN" altLang="en-US" dirty="0"/>
              <a:t>𝑌</a:t>
            </a:r>
            <a:r>
              <a:rPr lang="en-US" altLang="zh-CN" dirty="0"/>
              <a:t>) = 4, </a:t>
            </a:r>
            <a:r>
              <a:rPr lang="zh-CN" altLang="en-US" dirty="0"/>
              <a:t>𝜌𝑋𝑌 </a:t>
            </a:r>
            <a:r>
              <a:rPr lang="en-US" altLang="zh-CN" dirty="0"/>
              <a:t>= </a:t>
            </a:r>
            <a:r>
              <a:rPr lang="en-US" altLang="zh-CN" dirty="0" smtClean="0"/>
              <a:t>−1/6 , </a:t>
            </a:r>
            <a:r>
              <a:rPr lang="zh-CN" altLang="en-US" dirty="0" smtClean="0"/>
              <a:t>则 𝐶𝑜𝑣</a:t>
            </a:r>
            <a:r>
              <a:rPr lang="en-US" altLang="zh-CN" dirty="0"/>
              <a:t>(</a:t>
            </a:r>
            <a:r>
              <a:rPr lang="zh-CN" altLang="en-US" dirty="0"/>
              <a:t>𝑋</a:t>
            </a:r>
            <a:r>
              <a:rPr lang="en-US" altLang="zh-CN" dirty="0"/>
              <a:t>, </a:t>
            </a:r>
            <a:r>
              <a:rPr lang="zh-CN" altLang="en-US" dirty="0"/>
              <a:t>𝑌</a:t>
            </a:r>
            <a:r>
              <a:rPr lang="en-US" altLang="zh-CN" dirty="0"/>
              <a:t>) = .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488880" y="1467000"/>
              <a:ext cx="7645680" cy="39243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520" y="1457640"/>
                <a:ext cx="7664400" cy="394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854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已知𝑃</a:t>
            </a:r>
            <a:r>
              <a:rPr lang="en-US" altLang="zh-CN" dirty="0"/>
              <a:t>{</a:t>
            </a:r>
            <a:r>
              <a:rPr lang="zh-CN" altLang="en-US" dirty="0"/>
              <a:t>𝑋 </a:t>
            </a:r>
            <a:r>
              <a:rPr lang="en-US" altLang="zh-CN" dirty="0"/>
              <a:t>&gt; 3.5} = 0.01 </a:t>
            </a:r>
            <a:r>
              <a:rPr lang="zh-CN" altLang="en-US" dirty="0"/>
              <a:t>则随机变量𝑋的上</a:t>
            </a:r>
            <a:r>
              <a:rPr lang="en-US" altLang="zh-CN" dirty="0"/>
              <a:t>0.01 </a:t>
            </a:r>
            <a:r>
              <a:rPr lang="zh-CN" altLang="en-US" dirty="0"/>
              <a:t>分位数为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339920" y="882720"/>
              <a:ext cx="7042320" cy="35373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0560" y="873360"/>
                <a:ext cx="7061040" cy="355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989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设总体𝑋 ∼ 𝑁</a:t>
            </a:r>
            <a:r>
              <a:rPr lang="en-US" altLang="zh-CN" dirty="0"/>
              <a:t>(</a:t>
            </a:r>
            <a:r>
              <a:rPr lang="zh-CN" altLang="en-US" dirty="0"/>
              <a:t>𝜇</a:t>
            </a:r>
            <a:r>
              <a:rPr lang="en-US" altLang="zh-CN" dirty="0"/>
              <a:t>, </a:t>
            </a:r>
            <a:r>
              <a:rPr lang="zh-CN" altLang="en-US" dirty="0"/>
              <a:t>𝜎</a:t>
            </a:r>
            <a:r>
              <a:rPr lang="en-US" altLang="zh-CN" dirty="0"/>
              <a:t>2) X1</a:t>
            </a:r>
            <a:r>
              <a:rPr lang="zh-CN" altLang="en-US" dirty="0"/>
              <a:t>，</a:t>
            </a:r>
            <a:r>
              <a:rPr lang="en-US" altLang="zh-CN" dirty="0"/>
              <a:t>X2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 err="1"/>
              <a:t>Xn</a:t>
            </a:r>
            <a:r>
              <a:rPr lang="en-US" altLang="zh-CN" dirty="0"/>
              <a:t> </a:t>
            </a:r>
            <a:r>
              <a:rPr lang="zh-CN" altLang="en-US" dirty="0"/>
              <a:t>是𝑋的一个样本，则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584280" y="806400"/>
              <a:ext cx="6108840" cy="409608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920" y="797040"/>
                <a:ext cx="6127560" cy="411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580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066680" y="177840"/>
              <a:ext cx="7830000" cy="528984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7320" y="168480"/>
                <a:ext cx="7848720" cy="530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613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1800" dirty="0"/>
              <a:t>15.</a:t>
            </a:r>
            <a:r>
              <a:rPr lang="zh-CN" altLang="en-US" sz="1800" dirty="0"/>
              <a:t>（本题</a:t>
            </a:r>
            <a:r>
              <a:rPr lang="en-US" altLang="zh-CN" sz="1800" dirty="0"/>
              <a:t>8 </a:t>
            </a:r>
            <a:r>
              <a:rPr lang="zh-CN" altLang="en-US" sz="1800" dirty="0"/>
              <a:t>分）设某班男女之比为</a:t>
            </a:r>
            <a:r>
              <a:rPr lang="en-US" altLang="zh-CN" sz="1800" dirty="0"/>
              <a:t>51:49 </a:t>
            </a:r>
            <a:r>
              <a:rPr lang="zh-CN" altLang="en-US" sz="1800" dirty="0"/>
              <a:t>男生有</a:t>
            </a:r>
            <a:r>
              <a:rPr lang="en-US" altLang="zh-CN" sz="1800" dirty="0"/>
              <a:t>5%</a:t>
            </a:r>
            <a:r>
              <a:rPr lang="zh-CN" altLang="en-US" sz="1800" dirty="0"/>
              <a:t>来自澳门 女生有</a:t>
            </a:r>
            <a:r>
              <a:rPr lang="en-US" altLang="zh-CN" sz="1800" dirty="0"/>
              <a:t>2%</a:t>
            </a:r>
            <a:r>
              <a:rPr lang="zh-CN" altLang="en-US" sz="1800" dirty="0"/>
              <a:t>来自澳门</a:t>
            </a:r>
            <a:br>
              <a:rPr lang="zh-CN" altLang="en-US" sz="1800" dirty="0"/>
            </a:br>
            <a:r>
              <a:rPr lang="zh-CN" altLang="en-US" sz="1800" dirty="0"/>
              <a:t>现从该班中随机抽取一名学生参加全国大学生数学竞赛，请解答：</a:t>
            </a:r>
            <a:br>
              <a:rPr lang="zh-CN" altLang="en-US" sz="1800" dirty="0"/>
            </a:br>
            <a:r>
              <a:rPr lang="en-US" altLang="zh-CN" sz="1800" dirty="0"/>
              <a:t>(1) </a:t>
            </a:r>
            <a:r>
              <a:rPr lang="zh-CN" altLang="en-US" sz="1800" dirty="0"/>
              <a:t>该生来自澳门的概率是多少？</a:t>
            </a:r>
            <a:br>
              <a:rPr lang="zh-CN" altLang="en-US" sz="1800" dirty="0"/>
            </a:br>
            <a:r>
              <a:rPr lang="en-US" altLang="zh-CN" sz="1800" dirty="0"/>
              <a:t>(2) </a:t>
            </a:r>
            <a:r>
              <a:rPr lang="zh-CN" altLang="en-US" sz="1800" dirty="0"/>
              <a:t>已知参加数学竞赛的学生来自澳门 问该生为男生的概率是多少？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361800" y="1574640"/>
              <a:ext cx="8376120" cy="468684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440" y="1565280"/>
                <a:ext cx="8394840" cy="470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63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1400" dirty="0"/>
              <a:t>16.</a:t>
            </a:r>
            <a:r>
              <a:rPr lang="zh-CN" altLang="en-US" sz="1400" dirty="0"/>
              <a:t>（本题</a:t>
            </a:r>
            <a:r>
              <a:rPr lang="en-US" altLang="zh-CN" sz="1400" dirty="0"/>
              <a:t>8 </a:t>
            </a:r>
            <a:r>
              <a:rPr lang="zh-CN" altLang="en-US" sz="1400" dirty="0"/>
              <a:t>分）小战同学有时需要坐校车去新区上课 设候车时间𝑋</a:t>
            </a:r>
            <a:r>
              <a:rPr lang="en-US" altLang="zh-CN" sz="1400" dirty="0"/>
              <a:t>~</a:t>
            </a:r>
            <a:r>
              <a:rPr lang="zh-CN" altLang="en-US" sz="1400" dirty="0"/>
              <a:t>𝑈</a:t>
            </a:r>
            <a:r>
              <a:rPr lang="en-US" altLang="zh-CN" sz="1400" dirty="0"/>
              <a:t>(0, 30) </a:t>
            </a:r>
            <a:r>
              <a:rPr lang="zh-CN" altLang="en-US" sz="1400" dirty="0"/>
              <a:t>若</a:t>
            </a:r>
            <a:br>
              <a:rPr lang="zh-CN" altLang="en-US" sz="1400" dirty="0"/>
            </a:br>
            <a:r>
              <a:rPr lang="zh-CN" altLang="en-US" sz="1400" dirty="0"/>
              <a:t>候车超过</a:t>
            </a:r>
            <a:r>
              <a:rPr lang="en-US" altLang="zh-CN" sz="1400" dirty="0"/>
              <a:t>10 </a:t>
            </a:r>
            <a:r>
              <a:rPr lang="zh-CN" altLang="en-US" sz="1400" dirty="0"/>
              <a:t>分钟 则小战改乘出租车</a:t>
            </a:r>
            <a:r>
              <a:rPr lang="en-US" altLang="zh-CN" sz="1400" dirty="0"/>
              <a:t>.</a:t>
            </a:r>
            <a:br>
              <a:rPr lang="en-US" altLang="zh-CN" sz="1400" dirty="0"/>
            </a:br>
            <a:r>
              <a:rPr lang="en-US" altLang="zh-CN" sz="1400" dirty="0"/>
              <a:t>(1) </a:t>
            </a:r>
            <a:r>
              <a:rPr lang="zh-CN" altLang="en-US" sz="1400" dirty="0"/>
              <a:t>求小战未乘校车而改乘出租车的概率</a:t>
            </a:r>
            <a:r>
              <a:rPr lang="en-US" altLang="zh-CN" sz="1400" dirty="0"/>
              <a:t>;</a:t>
            </a:r>
            <a:br>
              <a:rPr lang="en-US" altLang="zh-CN" sz="1400" dirty="0"/>
            </a:br>
            <a:r>
              <a:rPr lang="en-US" altLang="zh-CN" sz="1400" dirty="0"/>
              <a:t>(2) </a:t>
            </a:r>
            <a:r>
              <a:rPr lang="zh-CN" altLang="en-US" sz="1400" dirty="0"/>
              <a:t>小战一个月需要到新区</a:t>
            </a:r>
            <a:r>
              <a:rPr lang="en-US" altLang="zh-CN" sz="1400" dirty="0"/>
              <a:t>4 </a:t>
            </a:r>
            <a:r>
              <a:rPr lang="zh-CN" altLang="en-US" sz="1400" dirty="0"/>
              <a:t>次， 𝑌表示他未坐校车而改乘出租车的次数 请写出𝑌的</a:t>
            </a:r>
            <a:br>
              <a:rPr lang="zh-CN" altLang="en-US" sz="1400" dirty="0"/>
            </a:br>
            <a:r>
              <a:rPr lang="zh-CN" altLang="en-US" sz="1400" dirty="0"/>
              <a:t>分布律 并求𝑃</a:t>
            </a:r>
            <a:r>
              <a:rPr lang="en-US" altLang="zh-CN" sz="1400" dirty="0"/>
              <a:t>{</a:t>
            </a:r>
            <a:r>
              <a:rPr lang="zh-CN" altLang="en-US" sz="1400" dirty="0"/>
              <a:t>𝑌 ≥ </a:t>
            </a:r>
            <a:r>
              <a:rPr lang="en-US" altLang="zh-CN" sz="1400" dirty="0"/>
              <a:t>1}.</a:t>
            </a:r>
            <a:endParaRPr lang="zh-CN" altLang="en-US" sz="1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203040" y="711360"/>
              <a:ext cx="8782560" cy="480708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680" y="702000"/>
                <a:ext cx="8801280" cy="482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736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84320" y="304920"/>
              <a:ext cx="8909280" cy="65469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960" y="295560"/>
                <a:ext cx="8928000" cy="656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331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71360" y="177840"/>
              <a:ext cx="8941320" cy="586152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000" y="168480"/>
                <a:ext cx="8960040" cy="588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50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260280" y="216000"/>
              <a:ext cx="8852400" cy="54993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920" y="206640"/>
                <a:ext cx="8871120" cy="55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626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342720" y="165240"/>
              <a:ext cx="8719200" cy="54039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360" y="155880"/>
                <a:ext cx="8737920" cy="54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233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431640" y="50760"/>
              <a:ext cx="8395200" cy="65091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280" y="41400"/>
                <a:ext cx="8413920" cy="652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175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162</Words>
  <Application>Microsoft Office PowerPoint</Application>
  <PresentationFormat>全屏显示(4:3)</PresentationFormat>
  <Paragraphs>6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设𝑋~𝑁(1, 2) 𝑌~𝑁(−2, 3) 且𝑋与𝑌相互独立 则𝑋 − 𝑌~</vt:lpstr>
      <vt:lpstr>设随机变量(𝑋, 𝑌)具有𝐷(𝑋) = 9, 𝐷(𝑌) = 4, 𝜌𝑋𝑌 = −1/6 , 则 𝐶𝑜𝑣(𝑋, 𝑌) = .</vt:lpstr>
      <vt:lpstr>已知𝑃{𝑋 &gt; 3.5} = 0.01 则随机变量𝑋的上0.01 分位数为</vt:lpstr>
      <vt:lpstr>设总体𝑋 ∼ 𝑁(𝜇, 𝜎2) X1，X2，…，Xn 是𝑋的一个样本，则</vt:lpstr>
      <vt:lpstr>PowerPoint 演示文稿</vt:lpstr>
      <vt:lpstr>15.（本题8 分）设某班男女之比为51:49 男生有5%来自澳门 女生有2%来自澳门 现从该班中随机抽取一名学生参加全国大学生数学竞赛，请解答： (1) 该生来自澳门的概率是多少？ (2) 已知参加数学竞赛的学生来自澳门 问该生为男生的概率是多少？</vt:lpstr>
      <vt:lpstr>16.（本题8 分）小战同学有时需要坐校车去新区上课 设候车时间𝑋~𝑈(0, 30) 若 候车超过10 分钟 则小战改乘出租车. (1) 求小战未乘校车而改乘出租车的概率; (2) 小战一个月需要到新区4 次， 𝑌表示他未坐校车而改乘出租车的次数 请写出𝑌的 分布律 并求𝑃{𝑌 ≥ 1}.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Ruili Sun</dc:creator>
  <cp:lastModifiedBy>pc</cp:lastModifiedBy>
  <cp:revision>4</cp:revision>
  <dcterms:created xsi:type="dcterms:W3CDTF">2023-12-13T06:46:42Z</dcterms:created>
  <dcterms:modified xsi:type="dcterms:W3CDTF">2023-12-13T07:35:34Z</dcterms:modified>
</cp:coreProperties>
</file>